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9" d="100"/>
          <a:sy n="89" d="100"/>
        </p:scale>
        <p:origin x="171" y="-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82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1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58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7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7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2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11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37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85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99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4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519CD-D2B4-4317-BA6D-F888CFDBC6A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4A62D-A207-4FE9-8406-4E19DF85A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216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B79D5E-DC0F-B58A-D2D3-371FF0E61C51}"/>
              </a:ext>
            </a:extLst>
          </p:cNvPr>
          <p:cNvSpPr txBox="1"/>
          <p:nvPr/>
        </p:nvSpPr>
        <p:spPr>
          <a:xfrm>
            <a:off x="2438400" y="77016"/>
            <a:ext cx="6906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Challenges associated with the Layer 2 (L2) network</a:t>
            </a:r>
            <a:endParaRPr lang="en-IN" sz="2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22025-DFE3-3ACC-6886-60A0EF63C706}"/>
              </a:ext>
            </a:extLst>
          </p:cNvPr>
          <p:cNvSpPr txBox="1"/>
          <p:nvPr/>
        </p:nvSpPr>
        <p:spPr>
          <a:xfrm>
            <a:off x="140912" y="1022750"/>
            <a:ext cx="28467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 removes MAC entries after a timeout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free memory but may cause frequent relearning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Leads to unknown unicast flooding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Improper aging time → performance issues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3D1C2-1C9A-B2B2-9607-5103F62F3574}"/>
              </a:ext>
            </a:extLst>
          </p:cNvPr>
          <p:cNvSpPr txBox="1"/>
          <p:nvPr/>
        </p:nvSpPr>
        <p:spPr>
          <a:xfrm>
            <a:off x="6078748" y="833511"/>
            <a:ext cx="30825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Occurs when the switch does not know the destination MAC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Frame is sent to all ports (except source)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Causes unnecessary traffic and congestion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due to unknown devices or MAC aging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6912D-EAEB-21EF-C1E4-BBBF09F34897}"/>
              </a:ext>
            </a:extLst>
          </p:cNvPr>
          <p:cNvSpPr txBox="1"/>
          <p:nvPr/>
        </p:nvSpPr>
        <p:spPr>
          <a:xfrm rot="10800000" flipH="1" flipV="1">
            <a:off x="143775" y="3780162"/>
            <a:ext cx="29904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MAC appears on multiple ports repeatedly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Happens rapidly and continuously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Caused by loops or misconfiguration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Abnormal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Leads to network instability &amp; packet loss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A1D15-FFA0-FEE9-46CE-CEC7491DEB73}"/>
              </a:ext>
            </a:extLst>
          </p:cNvPr>
          <p:cNvSpPr txBox="1"/>
          <p:nvPr/>
        </p:nvSpPr>
        <p:spPr>
          <a:xfrm>
            <a:off x="6196285" y="3844230"/>
            <a:ext cx="32492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moves from one port to another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 address updates after movement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Happens occasionally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 network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Causes temporary delay or minor flooding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7BA1D3-D3ED-AAEC-A231-B1507B115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9" r="6584"/>
          <a:stretch>
            <a:fillRect/>
          </a:stretch>
        </p:blipFill>
        <p:spPr>
          <a:xfrm>
            <a:off x="2909977" y="1023438"/>
            <a:ext cx="2890679" cy="2202725"/>
          </a:xfrm>
          <a:prstGeom prst="rect">
            <a:avLst/>
          </a:prstGeom>
        </p:spPr>
      </p:pic>
      <p:pic>
        <p:nvPicPr>
          <p:cNvPr id="1030" name="Picture 6" descr="Network Fundamentals – Layer 2 Technologies">
            <a:extLst>
              <a:ext uri="{FF2B5EF4-FFF2-40B4-BE49-F238E27FC236}">
                <a16:creationId xmlns:a16="http://schemas.microsoft.com/office/drawing/2014/main" id="{010135ED-E5E6-247F-2EB4-03039F9C3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977" y="4096109"/>
            <a:ext cx="3091119" cy="220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at is Frame Flooding? - GeeksforGeeks">
            <a:extLst>
              <a:ext uri="{FF2B5EF4-FFF2-40B4-BE49-F238E27FC236}">
                <a16:creationId xmlns:a16="http://schemas.microsoft.com/office/drawing/2014/main" id="{764271FF-7581-08C7-8282-F1D33F806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252" y="988478"/>
            <a:ext cx="2760453" cy="243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DDB59C-4374-EE9B-577B-31A19F4B5D20}"/>
              </a:ext>
            </a:extLst>
          </p:cNvPr>
          <p:cNvSpPr/>
          <p:nvPr/>
        </p:nvSpPr>
        <p:spPr>
          <a:xfrm>
            <a:off x="528918" y="724915"/>
            <a:ext cx="1516828" cy="263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MAC Aging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15FC55-C6BA-F483-6542-DFEB6C1DBA13}"/>
              </a:ext>
            </a:extLst>
          </p:cNvPr>
          <p:cNvSpPr/>
          <p:nvPr/>
        </p:nvSpPr>
        <p:spPr>
          <a:xfrm>
            <a:off x="528917" y="3750539"/>
            <a:ext cx="1660263" cy="263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MAC Flapping</a:t>
            </a:r>
            <a:endParaRPr lang="en-IN" u="sn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843E27-3949-FA7C-AC92-DFA77256A2B1}"/>
              </a:ext>
            </a:extLst>
          </p:cNvPr>
          <p:cNvSpPr/>
          <p:nvPr/>
        </p:nvSpPr>
        <p:spPr>
          <a:xfrm>
            <a:off x="6572789" y="3790622"/>
            <a:ext cx="1516828" cy="263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Host Mobility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BCBB7-7A76-607C-5377-A3DC14882201}"/>
              </a:ext>
            </a:extLst>
          </p:cNvPr>
          <p:cNvSpPr/>
          <p:nvPr/>
        </p:nvSpPr>
        <p:spPr>
          <a:xfrm>
            <a:off x="6443831" y="759188"/>
            <a:ext cx="1574354" cy="263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Flooding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7B6D62-8148-A2F6-844D-47C3EAB39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64" b="7321"/>
          <a:stretch>
            <a:fillRect/>
          </a:stretch>
        </p:blipFill>
        <p:spPr>
          <a:xfrm>
            <a:off x="9282023" y="4102827"/>
            <a:ext cx="2848615" cy="219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1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09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</TotalTime>
  <Words>130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ishikabansal1511@gmail.com</dc:creator>
  <cp:lastModifiedBy>ishikabansal1511@gmail.com</cp:lastModifiedBy>
  <cp:revision>1</cp:revision>
  <dcterms:created xsi:type="dcterms:W3CDTF">2026-03-22T08:14:06Z</dcterms:created>
  <dcterms:modified xsi:type="dcterms:W3CDTF">2026-03-22T09:58:58Z</dcterms:modified>
</cp:coreProperties>
</file>