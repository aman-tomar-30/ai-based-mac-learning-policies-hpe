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hatomar70@gmail.com" userId="3d637cf3e91fbfb0" providerId="LiveId" clId="{45322A57-D181-4B49-AD49-623A40972189}"/>
    <pc:docChg chg="undo custSel addSld delSld">
      <pc:chgData name="meghatomar70@gmail.com" userId="3d637cf3e91fbfb0" providerId="LiveId" clId="{45322A57-D181-4B49-AD49-623A40972189}" dt="2026-04-07T12:39:28.445" v="10" actId="47"/>
      <pc:docMkLst>
        <pc:docMk/>
      </pc:docMkLst>
      <pc:sldChg chg="add del">
        <pc:chgData name="meghatomar70@gmail.com" userId="3d637cf3e91fbfb0" providerId="LiveId" clId="{45322A57-D181-4B49-AD49-623A40972189}" dt="2026-04-07T12:39:28.445" v="10" actId="47"/>
        <pc:sldMkLst>
          <pc:docMk/>
          <pc:sldMk cId="766166780" sldId="256"/>
        </pc:sldMkLst>
      </pc:sldChg>
      <pc:sldChg chg="del">
        <pc:chgData name="meghatomar70@gmail.com" userId="3d637cf3e91fbfb0" providerId="LiveId" clId="{45322A57-D181-4B49-AD49-623A40972189}" dt="2026-04-07T12:39:13.581" v="0" actId="47"/>
        <pc:sldMkLst>
          <pc:docMk/>
          <pc:sldMk cId="2304632607" sldId="257"/>
        </pc:sldMkLst>
      </pc:sldChg>
      <pc:sldChg chg="del">
        <pc:chgData name="meghatomar70@gmail.com" userId="3d637cf3e91fbfb0" providerId="LiveId" clId="{45322A57-D181-4B49-AD49-623A40972189}" dt="2026-04-07T12:39:14.281" v="1" actId="47"/>
        <pc:sldMkLst>
          <pc:docMk/>
          <pc:sldMk cId="380448128" sldId="258"/>
        </pc:sldMkLst>
      </pc:sldChg>
      <pc:sldChg chg="del">
        <pc:chgData name="meghatomar70@gmail.com" userId="3d637cf3e91fbfb0" providerId="LiveId" clId="{45322A57-D181-4B49-AD49-623A40972189}" dt="2026-04-07T12:39:16.858" v="4" actId="47"/>
        <pc:sldMkLst>
          <pc:docMk/>
          <pc:sldMk cId="1402094987" sldId="259"/>
        </pc:sldMkLst>
      </pc:sldChg>
      <pc:sldChg chg="del">
        <pc:chgData name="meghatomar70@gmail.com" userId="3d637cf3e91fbfb0" providerId="LiveId" clId="{45322A57-D181-4B49-AD49-623A40972189}" dt="2026-04-07T12:39:17.518" v="5" actId="47"/>
        <pc:sldMkLst>
          <pc:docMk/>
          <pc:sldMk cId="2320122923" sldId="260"/>
        </pc:sldMkLst>
      </pc:sldChg>
      <pc:sldChg chg="del">
        <pc:chgData name="meghatomar70@gmail.com" userId="3d637cf3e91fbfb0" providerId="LiveId" clId="{45322A57-D181-4B49-AD49-623A40972189}" dt="2026-04-07T12:39:15.572" v="2" actId="47"/>
        <pc:sldMkLst>
          <pc:docMk/>
          <pc:sldMk cId="3546023616" sldId="261"/>
        </pc:sldMkLst>
      </pc:sldChg>
      <pc:sldChg chg="del">
        <pc:chgData name="meghatomar70@gmail.com" userId="3d637cf3e91fbfb0" providerId="LiveId" clId="{45322A57-D181-4B49-AD49-623A40972189}" dt="2026-04-07T12:39:18.251" v="6" actId="47"/>
        <pc:sldMkLst>
          <pc:docMk/>
          <pc:sldMk cId="2804219715" sldId="262"/>
        </pc:sldMkLst>
      </pc:sldChg>
      <pc:sldChg chg="del">
        <pc:chgData name="meghatomar70@gmail.com" userId="3d637cf3e91fbfb0" providerId="LiveId" clId="{45322A57-D181-4B49-AD49-623A40972189}" dt="2026-04-07T12:39:19.027" v="7" actId="47"/>
        <pc:sldMkLst>
          <pc:docMk/>
          <pc:sldMk cId="1283312877" sldId="263"/>
        </pc:sldMkLst>
      </pc:sldChg>
      <pc:sldChg chg="del">
        <pc:chgData name="meghatomar70@gmail.com" userId="3d637cf3e91fbfb0" providerId="LiveId" clId="{45322A57-D181-4B49-AD49-623A40972189}" dt="2026-04-07T12:39:16.237" v="3" actId="47"/>
        <pc:sldMkLst>
          <pc:docMk/>
          <pc:sldMk cId="2637808904" sldId="264"/>
        </pc:sldMkLst>
      </pc:sldChg>
      <pc:sldChg chg="del">
        <pc:chgData name="meghatomar70@gmail.com" userId="3d637cf3e91fbfb0" providerId="LiveId" clId="{45322A57-D181-4B49-AD49-623A40972189}" dt="2026-04-07T12:39:19.672" v="8" actId="47"/>
        <pc:sldMkLst>
          <pc:docMk/>
          <pc:sldMk cId="3441271651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08685-9D21-4BE7-843E-96D46DA24F4D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24E78-7008-42B1-9C50-19A7B9F58A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805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190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06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991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431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982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139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431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838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60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426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207D-AA75-4235-AC14-255ADE2AC69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482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076207D-AA75-4235-AC14-255ADE2AC693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D834833-16A7-4F70-8FA7-959DDD855A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4522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41AB4-49A9-78D1-ED28-B43FBF082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2899" y="0"/>
            <a:ext cx="4682987" cy="616985"/>
          </a:xfrm>
        </p:spPr>
        <p:txBody>
          <a:bodyPr>
            <a:noAutofit/>
          </a:bodyPr>
          <a:lstStyle/>
          <a:p>
            <a:r>
              <a:rPr lang="en-IN" sz="2400" b="1" dirty="0"/>
              <a:t>L2 (Data Link Layer) in Networking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C402B-4472-2421-EA5C-36508F2BB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4998" y="576926"/>
            <a:ext cx="1558787" cy="267598"/>
          </a:xfrm>
        </p:spPr>
        <p:txBody>
          <a:bodyPr>
            <a:noAutofit/>
          </a:bodyPr>
          <a:lstStyle/>
          <a:p>
            <a:r>
              <a:rPr lang="en-IN" sz="1600" b="1" dirty="0"/>
              <a:t>- Aman Tomar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09163-4703-FFA6-8C8E-1CEC901E3BCC}"/>
              </a:ext>
            </a:extLst>
          </p:cNvPr>
          <p:cNvSpPr txBox="1"/>
          <p:nvPr/>
        </p:nvSpPr>
        <p:spPr>
          <a:xfrm>
            <a:off x="715617" y="884583"/>
            <a:ext cx="4648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Responsibilities of L2: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DF344B-43A0-6DA2-705E-3795A727085F}"/>
              </a:ext>
            </a:extLst>
          </p:cNvPr>
          <p:cNvSpPr txBox="1"/>
          <p:nvPr/>
        </p:nvSpPr>
        <p:spPr>
          <a:xfrm>
            <a:off x="2885661" y="1219340"/>
            <a:ext cx="46481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1600" dirty="0"/>
              <a:t>Framing  (Encapsulation)</a:t>
            </a:r>
          </a:p>
          <a:p>
            <a:pPr marL="342900" indent="-342900">
              <a:buAutoNum type="arabicPeriod"/>
            </a:pPr>
            <a:r>
              <a:rPr lang="en-IN" sz="1600" dirty="0"/>
              <a:t>Physical Addressing (MAC)</a:t>
            </a:r>
          </a:p>
          <a:p>
            <a:pPr marL="342900" indent="-342900">
              <a:buAutoNum type="arabicPeriod"/>
            </a:pPr>
            <a:r>
              <a:rPr lang="en-IN" sz="1600" dirty="0"/>
              <a:t>Error Detection (CRC)</a:t>
            </a:r>
          </a:p>
          <a:p>
            <a:pPr marL="342900" indent="-342900">
              <a:buAutoNum type="arabicPeriod"/>
            </a:pPr>
            <a:r>
              <a:rPr lang="en-IN" sz="1600" dirty="0"/>
              <a:t>Media Access Control (Channel access)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9B860-CA94-0813-4577-274CA2DD6062}"/>
              </a:ext>
            </a:extLst>
          </p:cNvPr>
          <p:cNvSpPr txBox="1"/>
          <p:nvPr/>
        </p:nvSpPr>
        <p:spPr>
          <a:xfrm>
            <a:off x="715617" y="2524790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L2 Configuration Items: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A5C39B-E8F7-5B2E-7106-CE59C3C38D43}"/>
              </a:ext>
            </a:extLst>
          </p:cNvPr>
          <p:cNvSpPr txBox="1"/>
          <p:nvPr/>
        </p:nvSpPr>
        <p:spPr>
          <a:xfrm>
            <a:off x="2885661" y="2810514"/>
            <a:ext cx="4648199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1600" dirty="0"/>
              <a:t>Layer 2 Switches (Forwarding Devices)</a:t>
            </a:r>
          </a:p>
          <a:p>
            <a:pPr marL="342900" indent="-342900">
              <a:buAutoNum type="arabicPeriod"/>
            </a:pPr>
            <a:r>
              <a:rPr lang="en-IN" sz="1600" dirty="0"/>
              <a:t>VLANs (Logical Segmentation)</a:t>
            </a:r>
          </a:p>
          <a:p>
            <a:pPr marL="342900" indent="-342900">
              <a:buAutoNum type="arabicPeriod"/>
            </a:pPr>
            <a:r>
              <a:rPr lang="en-IN" sz="1600" dirty="0"/>
              <a:t>Port Mode (Access vs trunk)</a:t>
            </a:r>
          </a:p>
          <a:p>
            <a:pPr marL="342900" indent="-342900">
              <a:buAutoNum type="arabicPeriod"/>
            </a:pPr>
            <a:r>
              <a:rPr lang="en-IN" sz="1600" dirty="0"/>
              <a:t>Spanning Tree Protocol (Loop prevention)</a:t>
            </a:r>
          </a:p>
          <a:p>
            <a:pPr marL="342900" indent="-342900">
              <a:buAutoNum type="arabicPeriod"/>
            </a:pPr>
            <a:r>
              <a:rPr lang="en-IN" sz="1600" dirty="0"/>
              <a:t>MAC Table (Address Learning)</a:t>
            </a:r>
          </a:p>
          <a:p>
            <a:pPr marL="342900" indent="-342900">
              <a:buAutoNum type="arabicPeriod"/>
            </a:pPr>
            <a:r>
              <a:rPr lang="en-IN" sz="1600" dirty="0"/>
              <a:t>Port Security (MAC-based learning)</a:t>
            </a:r>
          </a:p>
          <a:p>
            <a:pPr marL="342900" indent="-342900">
              <a:buAutoNum type="arabicPeriod"/>
            </a:pPr>
            <a:r>
              <a:rPr lang="en-IN" sz="1600" dirty="0"/>
              <a:t>EtherChannel/LAG (Link aggregation)</a:t>
            </a:r>
          </a:p>
          <a:p>
            <a:pPr marL="342900" indent="-342900">
              <a:buAutoNum type="arabicPeriod"/>
            </a:pPr>
            <a:r>
              <a:rPr lang="en-IN" sz="1600" dirty="0"/>
              <a:t>MTU/Frame Size (1500B standard)</a:t>
            </a:r>
          </a:p>
          <a:p>
            <a:pPr marL="342900" indent="-342900">
              <a:buAutoNum type="arabicPeriod"/>
            </a:pPr>
            <a:r>
              <a:rPr lang="en-IN" sz="1600" dirty="0"/>
              <a:t>Speed / Duplex (Auto-neg or static)</a:t>
            </a:r>
          </a:p>
          <a:p>
            <a:pPr marL="342900" indent="-342900">
              <a:buAutoNum type="arabicPeriod"/>
            </a:pPr>
            <a:r>
              <a:rPr lang="en-IN" sz="1600" dirty="0"/>
              <a:t>CDP / LLDP (Neighbor discovery)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65132F-957C-1744-69EE-96A38EA6FD00}"/>
              </a:ext>
            </a:extLst>
          </p:cNvPr>
          <p:cNvSpPr txBox="1"/>
          <p:nvPr/>
        </p:nvSpPr>
        <p:spPr>
          <a:xfrm>
            <a:off x="715617" y="5750472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Modules( or Sublayers) in L2: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BFC780-CEEE-DEAF-FDBF-779BCA33FD65}"/>
              </a:ext>
            </a:extLst>
          </p:cNvPr>
          <p:cNvSpPr txBox="1"/>
          <p:nvPr/>
        </p:nvSpPr>
        <p:spPr>
          <a:xfrm>
            <a:off x="2885661" y="6066223"/>
            <a:ext cx="45951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1600" dirty="0"/>
              <a:t>Logical Link Control (LLC)</a:t>
            </a:r>
          </a:p>
          <a:p>
            <a:pPr marL="342900" indent="-342900">
              <a:buAutoNum type="arabicPeriod"/>
            </a:pPr>
            <a:r>
              <a:rPr lang="en-IN" sz="1600" dirty="0"/>
              <a:t>Media Access Control (MAC)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955B6B-EBDC-98DA-58B2-C893D0185C41}"/>
              </a:ext>
            </a:extLst>
          </p:cNvPr>
          <p:cNvCxnSpPr>
            <a:cxnSpLocks/>
          </p:cNvCxnSpPr>
          <p:nvPr/>
        </p:nvCxnSpPr>
        <p:spPr>
          <a:xfrm>
            <a:off x="7633253" y="2487348"/>
            <a:ext cx="0" cy="43706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EDFE430-2FFE-F2A1-08D4-C1828F969D14}"/>
              </a:ext>
            </a:extLst>
          </p:cNvPr>
          <p:cNvSpPr txBox="1"/>
          <p:nvPr/>
        </p:nvSpPr>
        <p:spPr>
          <a:xfrm>
            <a:off x="7785657" y="2487348"/>
            <a:ext cx="3269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Q. Can we remove L2 or maybe replace it ?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9800C9-B9C5-9C06-EEE3-DF952BF0A8F3}"/>
              </a:ext>
            </a:extLst>
          </p:cNvPr>
          <p:cNvSpPr txBox="1"/>
          <p:nvPr/>
        </p:nvSpPr>
        <p:spPr>
          <a:xfrm>
            <a:off x="7785657" y="3324469"/>
            <a:ext cx="35640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L2 cannot be removed because it provides essential functions like MAC addressing and local delivery.</a:t>
            </a:r>
          </a:p>
          <a:p>
            <a:r>
              <a:rPr lang="en-IN" sz="1600" dirty="0"/>
              <a:t>However, its behaviour can be improved by using  Software-Defined Networking (SDN) and AI.</a:t>
            </a:r>
          </a:p>
          <a:p>
            <a:endParaRPr lang="en-IN" sz="1600" dirty="0"/>
          </a:p>
          <a:p>
            <a:r>
              <a:rPr lang="en-IN" sz="1600" dirty="0"/>
              <a:t>We can improve these components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	MAC learning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	Flooding Behaviour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	Aging 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	Forward Decision</a:t>
            </a:r>
          </a:p>
        </p:txBody>
      </p:sp>
    </p:spTree>
    <p:extLst>
      <p:ext uri="{BB962C8B-B14F-4D97-AF65-F5344CB8AC3E}">
        <p14:creationId xmlns:p14="http://schemas.microsoft.com/office/powerpoint/2010/main" val="766166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1689</TotalTime>
  <Words>191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L2 (Data Link Layer) in Networking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meghatomar70@gmail.com</dc:creator>
  <cp:lastModifiedBy>meghatomar70@gmail.com</cp:lastModifiedBy>
  <cp:revision>2</cp:revision>
  <dcterms:created xsi:type="dcterms:W3CDTF">2026-03-20T09:45:20Z</dcterms:created>
  <dcterms:modified xsi:type="dcterms:W3CDTF">2026-04-07T12:39:31Z</dcterms:modified>
</cp:coreProperties>
</file>