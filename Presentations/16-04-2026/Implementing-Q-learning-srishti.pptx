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1" r:id="rId2"/>
    <p:sldId id="256" r:id="rId3"/>
    <p:sldId id="274" r:id="rId4"/>
    <p:sldId id="275" r:id="rId5"/>
    <p:sldId id="279" r:id="rId6"/>
    <p:sldId id="276" r:id="rId7"/>
    <p:sldId id="273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541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498382" y="1009337"/>
            <a:ext cx="42422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File Structure &amp; Libraries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30877" y="474436"/>
            <a:ext cx="510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Q LEARNING - IMPLEMENTATION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83" y="1571410"/>
            <a:ext cx="3114498" cy="45685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65728"/>
          <a:stretch/>
        </p:blipFill>
        <p:spPr>
          <a:xfrm>
            <a:off x="4938550" y="1618997"/>
            <a:ext cx="2331825" cy="124970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/>
          <a:srcRect t="31813" b="33769"/>
          <a:stretch/>
        </p:blipFill>
        <p:spPr>
          <a:xfrm>
            <a:off x="7421773" y="1571410"/>
            <a:ext cx="2331825" cy="125505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t="65816"/>
          <a:stretch/>
        </p:blipFill>
        <p:spPr>
          <a:xfrm>
            <a:off x="9753598" y="1571410"/>
            <a:ext cx="2331825" cy="12465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12825" b="77323"/>
          <a:stretch/>
        </p:blipFill>
        <p:spPr>
          <a:xfrm>
            <a:off x="4928473" y="3092130"/>
            <a:ext cx="2341902" cy="116437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t="45725" r="34334" b="23547"/>
          <a:stretch/>
        </p:blipFill>
        <p:spPr>
          <a:xfrm>
            <a:off x="9831292" y="3008940"/>
            <a:ext cx="1764057" cy="157778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t="21706" r="34783" b="55074"/>
          <a:stretch/>
        </p:blipFill>
        <p:spPr>
          <a:xfrm>
            <a:off x="7421773" y="3008940"/>
            <a:ext cx="1752000" cy="11923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/>
          <a:srcRect t="81658" r="39025"/>
          <a:stretch/>
        </p:blipFill>
        <p:spPr>
          <a:xfrm>
            <a:off x="4897700" y="4565263"/>
            <a:ext cx="1638048" cy="94178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193267" y="4586729"/>
            <a:ext cx="42422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Requirements.txt :-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- </a:t>
            </a:r>
            <a:r>
              <a:rPr lang="en-IN" dirty="0" err="1" smtClean="0">
                <a:solidFill>
                  <a:schemeClr val="bg1"/>
                </a:solidFill>
              </a:rPr>
              <a:t>numpy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- </a:t>
            </a:r>
            <a:r>
              <a:rPr lang="en-IN" dirty="0" err="1" smtClean="0">
                <a:solidFill>
                  <a:schemeClr val="bg1"/>
                </a:solidFill>
              </a:rPr>
              <a:t>matplotlib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- pandas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- </a:t>
            </a:r>
            <a:r>
              <a:rPr lang="en-IN" dirty="0" err="1" smtClean="0">
                <a:solidFill>
                  <a:schemeClr val="bg1"/>
                </a:solidFill>
              </a:rPr>
              <a:t>seaborn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85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416402" y="476379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Agent:-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77" y="1127753"/>
            <a:ext cx="7635823" cy="523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3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16402" y="476379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State:-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0" y="1302808"/>
            <a:ext cx="9979877" cy="437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40519"/>
            <a:ext cx="5726181" cy="6008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0262" y="718426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Environment:-</a:t>
            </a:r>
          </a:p>
        </p:txBody>
      </p:sp>
    </p:spTree>
    <p:extLst>
      <p:ext uri="{BB962C8B-B14F-4D97-AF65-F5344CB8AC3E}">
        <p14:creationId xmlns:p14="http://schemas.microsoft.com/office/powerpoint/2010/main" val="376607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0262" y="718426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Reward:-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23" y="1176919"/>
            <a:ext cx="3879854" cy="26639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53" y="1176919"/>
            <a:ext cx="7128796" cy="449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5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0262" y="718426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Actions:-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62" y="1231008"/>
            <a:ext cx="3413832" cy="2696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940" y="1231008"/>
            <a:ext cx="5384283" cy="47650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2940" y="718426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Train.py:-</a:t>
            </a:r>
          </a:p>
        </p:txBody>
      </p:sp>
    </p:spTree>
    <p:extLst>
      <p:ext uri="{BB962C8B-B14F-4D97-AF65-F5344CB8AC3E}">
        <p14:creationId xmlns:p14="http://schemas.microsoft.com/office/powerpoint/2010/main" val="36790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16402" y="476379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Data:-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28" y="1065495"/>
            <a:ext cx="9659698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6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98" y="690282"/>
            <a:ext cx="9778773" cy="556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4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5" y="607500"/>
            <a:ext cx="10862413" cy="547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9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1702</TotalTime>
  <Words>32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89</cp:revision>
  <dcterms:created xsi:type="dcterms:W3CDTF">2026-03-21T01:51:42Z</dcterms:created>
  <dcterms:modified xsi:type="dcterms:W3CDTF">2026-04-16T10:17:39Z</dcterms:modified>
</cp:coreProperties>
</file>