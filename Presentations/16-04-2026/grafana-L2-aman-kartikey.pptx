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2" r:id="rId1"/>
  </p:sldMasterIdLst>
  <p:notesMasterIdLst>
    <p:notesMasterId r:id="rId6"/>
  </p:notesMasterIdLst>
  <p:sldIdLst>
    <p:sldId id="272" r:id="rId2"/>
    <p:sldId id="266" r:id="rId3"/>
    <p:sldId id="268" r:id="rId4"/>
    <p:sldId id="27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B93BF-245C-4883-BB25-DFDCD3222385}" v="7" dt="2026-04-16T12:29:27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tomar70@gmail.com" userId="3d637cf3e91fbfb0" providerId="LiveId" clId="{45322A57-D181-4B49-AD49-623A40972189}"/>
    <pc:docChg chg="undo custSel addSld delSld modSld sldOrd">
      <pc:chgData name="meghatomar70@gmail.com" userId="3d637cf3e91fbfb0" providerId="LiveId" clId="{45322A57-D181-4B49-AD49-623A40972189}" dt="2026-04-16T12:51:15.691" v="543" actId="1076"/>
      <pc:docMkLst>
        <pc:docMk/>
      </pc:docMkLst>
      <pc:sldChg chg="del">
        <pc:chgData name="meghatomar70@gmail.com" userId="3d637cf3e91fbfb0" providerId="LiveId" clId="{45322A57-D181-4B49-AD49-623A40972189}" dt="2026-04-16T12:20:29.876" v="423" actId="47"/>
        <pc:sldMkLst>
          <pc:docMk/>
          <pc:sldMk cId="766166780" sldId="256"/>
        </pc:sldMkLst>
      </pc:sldChg>
      <pc:sldChg chg="del">
        <pc:chgData name="meghatomar70@gmail.com" userId="3d637cf3e91fbfb0" providerId="LiveId" clId="{45322A57-D181-4B49-AD49-623A40972189}" dt="2026-04-16T10:01:39.423" v="0" actId="47"/>
        <pc:sldMkLst>
          <pc:docMk/>
          <pc:sldMk cId="2304632607" sldId="257"/>
        </pc:sldMkLst>
      </pc:sldChg>
      <pc:sldChg chg="del">
        <pc:chgData name="meghatomar70@gmail.com" userId="3d637cf3e91fbfb0" providerId="LiveId" clId="{45322A57-D181-4B49-AD49-623A40972189}" dt="2026-04-16T10:01:40.299" v="1" actId="47"/>
        <pc:sldMkLst>
          <pc:docMk/>
          <pc:sldMk cId="380448128" sldId="258"/>
        </pc:sldMkLst>
      </pc:sldChg>
      <pc:sldChg chg="del">
        <pc:chgData name="meghatomar70@gmail.com" userId="3d637cf3e91fbfb0" providerId="LiveId" clId="{45322A57-D181-4B49-AD49-623A40972189}" dt="2026-04-16T10:01:41.718" v="3" actId="47"/>
        <pc:sldMkLst>
          <pc:docMk/>
          <pc:sldMk cId="1402094987" sldId="259"/>
        </pc:sldMkLst>
      </pc:sldChg>
      <pc:sldChg chg="del">
        <pc:chgData name="meghatomar70@gmail.com" userId="3d637cf3e91fbfb0" providerId="LiveId" clId="{45322A57-D181-4B49-AD49-623A40972189}" dt="2026-04-16T10:01:42.813" v="5" actId="47"/>
        <pc:sldMkLst>
          <pc:docMk/>
          <pc:sldMk cId="2320122923" sldId="260"/>
        </pc:sldMkLst>
      </pc:sldChg>
      <pc:sldChg chg="del">
        <pc:chgData name="meghatomar70@gmail.com" userId="3d637cf3e91fbfb0" providerId="LiveId" clId="{45322A57-D181-4B49-AD49-623A40972189}" dt="2026-04-16T10:01:41.013" v="2" actId="47"/>
        <pc:sldMkLst>
          <pc:docMk/>
          <pc:sldMk cId="3546023616" sldId="261"/>
        </pc:sldMkLst>
      </pc:sldChg>
      <pc:sldChg chg="del">
        <pc:chgData name="meghatomar70@gmail.com" userId="3d637cf3e91fbfb0" providerId="LiveId" clId="{45322A57-D181-4B49-AD49-623A40972189}" dt="2026-04-16T10:01:43.956" v="7" actId="47"/>
        <pc:sldMkLst>
          <pc:docMk/>
          <pc:sldMk cId="2804219715" sldId="262"/>
        </pc:sldMkLst>
      </pc:sldChg>
      <pc:sldChg chg="del">
        <pc:chgData name="meghatomar70@gmail.com" userId="3d637cf3e91fbfb0" providerId="LiveId" clId="{45322A57-D181-4B49-AD49-623A40972189}" dt="2026-04-16T10:01:43.416" v="6" actId="47"/>
        <pc:sldMkLst>
          <pc:docMk/>
          <pc:sldMk cId="1283312877" sldId="263"/>
        </pc:sldMkLst>
      </pc:sldChg>
      <pc:sldChg chg="del">
        <pc:chgData name="meghatomar70@gmail.com" userId="3d637cf3e91fbfb0" providerId="LiveId" clId="{45322A57-D181-4B49-AD49-623A40972189}" dt="2026-04-16T10:01:42.214" v="4" actId="47"/>
        <pc:sldMkLst>
          <pc:docMk/>
          <pc:sldMk cId="2637808904" sldId="264"/>
        </pc:sldMkLst>
      </pc:sldChg>
      <pc:sldChg chg="del">
        <pc:chgData name="meghatomar70@gmail.com" userId="3d637cf3e91fbfb0" providerId="LiveId" clId="{45322A57-D181-4B49-AD49-623A40972189}" dt="2026-04-16T10:01:44.647" v="8" actId="47"/>
        <pc:sldMkLst>
          <pc:docMk/>
          <pc:sldMk cId="3441271651" sldId="265"/>
        </pc:sldMkLst>
      </pc:sldChg>
      <pc:sldChg chg="addSp delSp modSp mod">
        <pc:chgData name="meghatomar70@gmail.com" userId="3d637cf3e91fbfb0" providerId="LiveId" clId="{45322A57-D181-4B49-AD49-623A40972189}" dt="2026-04-16T12:51:15.691" v="543" actId="1076"/>
        <pc:sldMkLst>
          <pc:docMk/>
          <pc:sldMk cId="2185884143" sldId="270"/>
        </pc:sldMkLst>
        <pc:spChg chg="add mod">
          <ac:chgData name="meghatomar70@gmail.com" userId="3d637cf3e91fbfb0" providerId="LiveId" clId="{45322A57-D181-4B49-AD49-623A40972189}" dt="2026-04-16T12:51:15.691" v="543" actId="1076"/>
          <ac:spMkLst>
            <pc:docMk/>
            <pc:sldMk cId="2185884143" sldId="270"/>
            <ac:spMk id="4" creationId="{DF4C781E-143A-969C-C2DD-A40B5DD249ED}"/>
          </ac:spMkLst>
        </pc:spChg>
        <pc:spChg chg="add del mod">
          <ac:chgData name="meghatomar70@gmail.com" userId="3d637cf3e91fbfb0" providerId="LiveId" clId="{45322A57-D181-4B49-AD49-623A40972189}" dt="2026-04-16T12:27:54.808" v="484" actId="22"/>
          <ac:spMkLst>
            <pc:docMk/>
            <pc:sldMk cId="2185884143" sldId="270"/>
            <ac:spMk id="11" creationId="{A56268EF-9BE6-1EE2-9770-E732D2037ED8}"/>
          </ac:spMkLst>
        </pc:spChg>
        <pc:picChg chg="mod">
          <ac:chgData name="meghatomar70@gmail.com" userId="3d637cf3e91fbfb0" providerId="LiveId" clId="{45322A57-D181-4B49-AD49-623A40972189}" dt="2026-04-16T12:29:00.846" v="497" actId="1076"/>
          <ac:picMkLst>
            <pc:docMk/>
            <pc:sldMk cId="2185884143" sldId="270"/>
            <ac:picMk id="3" creationId="{22FA89DA-FE09-76CA-DC4A-C259B479D634}"/>
          </ac:picMkLst>
        </pc:picChg>
        <pc:picChg chg="mod modCrop">
          <ac:chgData name="meghatomar70@gmail.com" userId="3d637cf3e91fbfb0" providerId="LiveId" clId="{45322A57-D181-4B49-AD49-623A40972189}" dt="2026-04-16T12:29:03.412" v="498" actId="1076"/>
          <ac:picMkLst>
            <pc:docMk/>
            <pc:sldMk cId="2185884143" sldId="270"/>
            <ac:picMk id="5" creationId="{090AB8B7-6D23-F571-FA12-CA987AC5FAA1}"/>
          </ac:picMkLst>
        </pc:picChg>
        <pc:picChg chg="mod">
          <ac:chgData name="meghatomar70@gmail.com" userId="3d637cf3e91fbfb0" providerId="LiveId" clId="{45322A57-D181-4B49-AD49-623A40972189}" dt="2026-04-16T12:30:04.340" v="504" actId="1076"/>
          <ac:picMkLst>
            <pc:docMk/>
            <pc:sldMk cId="2185884143" sldId="270"/>
            <ac:picMk id="6" creationId="{129C2D91-C320-FD69-F11F-E4E5AF7BBF7D}"/>
          </ac:picMkLst>
        </pc:picChg>
        <pc:picChg chg="add mod">
          <ac:chgData name="meghatomar70@gmail.com" userId="3d637cf3e91fbfb0" providerId="LiveId" clId="{45322A57-D181-4B49-AD49-623A40972189}" dt="2026-04-16T12:51:11.530" v="542" actId="1076"/>
          <ac:picMkLst>
            <pc:docMk/>
            <pc:sldMk cId="2185884143" sldId="270"/>
            <ac:picMk id="10" creationId="{37E4293A-5C91-FE75-4920-B0DD5AB62CA7}"/>
          </ac:picMkLst>
        </pc:picChg>
        <pc:picChg chg="add mod modCrop">
          <ac:chgData name="meghatomar70@gmail.com" userId="3d637cf3e91fbfb0" providerId="LiveId" clId="{45322A57-D181-4B49-AD49-623A40972189}" dt="2026-04-16T12:51:08.611" v="541" actId="1076"/>
          <ac:picMkLst>
            <pc:docMk/>
            <pc:sldMk cId="2185884143" sldId="270"/>
            <ac:picMk id="11" creationId="{9C319ABD-009D-AB78-9F0F-D5936B4C5C25}"/>
          </ac:picMkLst>
        </pc:picChg>
        <pc:picChg chg="add mod modCrop">
          <ac:chgData name="meghatomar70@gmail.com" userId="3d637cf3e91fbfb0" providerId="LiveId" clId="{45322A57-D181-4B49-AD49-623A40972189}" dt="2026-04-16T12:30:07.796" v="505" actId="1076"/>
          <ac:picMkLst>
            <pc:docMk/>
            <pc:sldMk cId="2185884143" sldId="270"/>
            <ac:picMk id="12" creationId="{D3293A01-9C76-0D52-19DF-27D23AE99FFC}"/>
          </ac:picMkLst>
        </pc:picChg>
        <pc:picChg chg="add del mod">
          <ac:chgData name="meghatomar70@gmail.com" userId="3d637cf3e91fbfb0" providerId="LiveId" clId="{45322A57-D181-4B49-AD49-623A40972189}" dt="2026-04-16T12:43:15.014" v="530" actId="478"/>
          <ac:picMkLst>
            <pc:docMk/>
            <pc:sldMk cId="2185884143" sldId="270"/>
            <ac:picMk id="24" creationId="{B4FC8320-28B9-30B8-A1A6-3ED14BDB5C5F}"/>
          </ac:picMkLst>
        </pc:picChg>
      </pc:sldChg>
      <pc:sldChg chg="delSp modSp del mod">
        <pc:chgData name="meghatomar70@gmail.com" userId="3d637cf3e91fbfb0" providerId="LiveId" clId="{45322A57-D181-4B49-AD49-623A40972189}" dt="2026-04-16T12:31:47.427" v="511" actId="47"/>
        <pc:sldMkLst>
          <pc:docMk/>
          <pc:sldMk cId="3991561760" sldId="271"/>
        </pc:sldMkLst>
        <pc:spChg chg="mod">
          <ac:chgData name="meghatomar70@gmail.com" userId="3d637cf3e91fbfb0" providerId="LiveId" clId="{45322A57-D181-4B49-AD49-623A40972189}" dt="2026-04-16T12:27:21.960" v="473" actId="21"/>
          <ac:spMkLst>
            <pc:docMk/>
            <pc:sldMk cId="3991561760" sldId="271"/>
            <ac:spMk id="11" creationId="{637CA36D-3CB8-3154-A7D5-0065C9C74A86}"/>
          </ac:spMkLst>
        </pc:spChg>
        <pc:picChg chg="del">
          <ac:chgData name="meghatomar70@gmail.com" userId="3d637cf3e91fbfb0" providerId="LiveId" clId="{45322A57-D181-4B49-AD49-623A40972189}" dt="2026-04-16T12:29:15.408" v="501" actId="21"/>
          <ac:picMkLst>
            <pc:docMk/>
            <pc:sldMk cId="3991561760" sldId="271"/>
            <ac:picMk id="24" creationId="{B4FC8320-28B9-30B8-A1A6-3ED14BDB5C5F}"/>
          </ac:picMkLst>
        </pc:picChg>
      </pc:sldChg>
      <pc:sldChg chg="addSp delSp modSp add mod ord">
        <pc:chgData name="meghatomar70@gmail.com" userId="3d637cf3e91fbfb0" providerId="LiveId" clId="{45322A57-D181-4B49-AD49-623A40972189}" dt="2026-04-16T12:31:35.800" v="510"/>
        <pc:sldMkLst>
          <pc:docMk/>
          <pc:sldMk cId="2021902541" sldId="272"/>
        </pc:sldMkLst>
        <pc:spChg chg="mod">
          <ac:chgData name="meghatomar70@gmail.com" userId="3d637cf3e91fbfb0" providerId="LiveId" clId="{45322A57-D181-4B49-AD49-623A40972189}" dt="2026-04-16T12:27:06.027" v="472" actId="1076"/>
          <ac:spMkLst>
            <pc:docMk/>
            <pc:sldMk cId="2021902541" sldId="272"/>
            <ac:spMk id="2" creationId="{A95A2AE8-F54E-4A60-9EC4-D73D04D2BCE5}"/>
          </ac:spMkLst>
        </pc:spChg>
        <pc:spChg chg="del mod">
          <ac:chgData name="meghatomar70@gmail.com" userId="3d637cf3e91fbfb0" providerId="LiveId" clId="{45322A57-D181-4B49-AD49-623A40972189}" dt="2026-04-16T12:26:10.933" v="451" actId="478"/>
          <ac:spMkLst>
            <pc:docMk/>
            <pc:sldMk cId="2021902541" sldId="272"/>
            <ac:spMk id="11" creationId="{6DA38760-C1E1-6A26-B241-49A480F0FB7B}"/>
          </ac:spMkLst>
        </pc:spChg>
        <pc:spChg chg="del">
          <ac:chgData name="meghatomar70@gmail.com" userId="3d637cf3e91fbfb0" providerId="LiveId" clId="{45322A57-D181-4B49-AD49-623A40972189}" dt="2026-04-16T12:26:09.675" v="450" actId="478"/>
          <ac:spMkLst>
            <pc:docMk/>
            <pc:sldMk cId="2021902541" sldId="272"/>
            <ac:spMk id="16" creationId="{2900691D-694D-1A56-DA08-F48B3D29E4BD}"/>
          </ac:spMkLst>
        </pc:spChg>
        <pc:spChg chg="del">
          <ac:chgData name="meghatomar70@gmail.com" userId="3d637cf3e91fbfb0" providerId="LiveId" clId="{45322A57-D181-4B49-AD49-623A40972189}" dt="2026-04-16T12:26:21.298" v="456" actId="478"/>
          <ac:spMkLst>
            <pc:docMk/>
            <pc:sldMk cId="2021902541" sldId="272"/>
            <ac:spMk id="17" creationId="{17EAAE12-0771-5C6C-A14C-D5D5B9D92730}"/>
          </ac:spMkLst>
        </pc:spChg>
        <pc:spChg chg="del">
          <ac:chgData name="meghatomar70@gmail.com" userId="3d637cf3e91fbfb0" providerId="LiveId" clId="{45322A57-D181-4B49-AD49-623A40972189}" dt="2026-04-16T12:26:27.835" v="461" actId="478"/>
          <ac:spMkLst>
            <pc:docMk/>
            <pc:sldMk cId="2021902541" sldId="272"/>
            <ac:spMk id="19" creationId="{E53D612F-2FE7-8E85-990C-31D13BC711D4}"/>
          </ac:spMkLst>
        </pc:spChg>
        <pc:spChg chg="del">
          <ac:chgData name="meghatomar70@gmail.com" userId="3d637cf3e91fbfb0" providerId="LiveId" clId="{45322A57-D181-4B49-AD49-623A40972189}" dt="2026-04-16T12:26:24.248" v="459" actId="478"/>
          <ac:spMkLst>
            <pc:docMk/>
            <pc:sldMk cId="2021902541" sldId="272"/>
            <ac:spMk id="20" creationId="{5191083F-920C-EE8A-6BBB-6090589F0610}"/>
          </ac:spMkLst>
        </pc:spChg>
        <pc:picChg chg="add del">
          <ac:chgData name="meghatomar70@gmail.com" userId="3d637cf3e91fbfb0" providerId="LiveId" clId="{45322A57-D181-4B49-AD49-623A40972189}" dt="2026-04-16T12:25:47.656" v="444" actId="478"/>
          <ac:picMkLst>
            <pc:docMk/>
            <pc:sldMk cId="2021902541" sldId="272"/>
            <ac:picMk id="4" creationId="{8C0FEC09-9848-A3EF-66DF-DFD83D506EB2}"/>
          </ac:picMkLst>
        </pc:picChg>
        <pc:picChg chg="add mod">
          <ac:chgData name="meghatomar70@gmail.com" userId="3d637cf3e91fbfb0" providerId="LiveId" clId="{45322A57-D181-4B49-AD49-623A40972189}" dt="2026-04-16T12:26:48.026" v="467" actId="1076"/>
          <ac:picMkLst>
            <pc:docMk/>
            <pc:sldMk cId="2021902541" sldId="272"/>
            <ac:picMk id="6" creationId="{BD990919-198D-0239-2702-3026A5262793}"/>
          </ac:picMkLst>
        </pc:picChg>
        <pc:picChg chg="del">
          <ac:chgData name="meghatomar70@gmail.com" userId="3d637cf3e91fbfb0" providerId="LiveId" clId="{45322A57-D181-4B49-AD49-623A40972189}" dt="2026-04-16T12:26:05.666" v="447" actId="478"/>
          <ac:picMkLst>
            <pc:docMk/>
            <pc:sldMk cId="2021902541" sldId="272"/>
            <ac:picMk id="10" creationId="{FF84FAA9-B0C0-67F9-745D-3F1990995287}"/>
          </ac:picMkLst>
        </pc:picChg>
        <pc:picChg chg="del">
          <ac:chgData name="meghatomar70@gmail.com" userId="3d637cf3e91fbfb0" providerId="LiveId" clId="{45322A57-D181-4B49-AD49-623A40972189}" dt="2026-04-16T12:26:14.925" v="453" actId="478"/>
          <ac:picMkLst>
            <pc:docMk/>
            <pc:sldMk cId="2021902541" sldId="272"/>
            <ac:picMk id="14" creationId="{F430079E-D1CF-A588-2C64-5B843CEA91A0}"/>
          </ac:picMkLst>
        </pc:picChg>
        <pc:picChg chg="del">
          <ac:chgData name="meghatomar70@gmail.com" userId="3d637cf3e91fbfb0" providerId="LiveId" clId="{45322A57-D181-4B49-AD49-623A40972189}" dt="2026-04-16T12:26:06.420" v="448" actId="478"/>
          <ac:picMkLst>
            <pc:docMk/>
            <pc:sldMk cId="2021902541" sldId="272"/>
            <ac:picMk id="24" creationId="{33CCE5FC-49ED-1210-CBEA-28F36CE73486}"/>
          </ac:picMkLst>
        </pc:picChg>
      </pc:sldChg>
      <pc:sldChg chg="addSp delSp modSp add del mod">
        <pc:chgData name="meghatomar70@gmail.com" userId="3d637cf3e91fbfb0" providerId="LiveId" clId="{45322A57-D181-4B49-AD49-623A40972189}" dt="2026-04-16T10:47:57.921" v="417" actId="47"/>
        <pc:sldMkLst>
          <pc:docMk/>
          <pc:sldMk cId="4144483786" sldId="272"/>
        </pc:sldMkLst>
        <pc:spChg chg="mod">
          <ac:chgData name="meghatomar70@gmail.com" userId="3d637cf3e91fbfb0" providerId="LiveId" clId="{45322A57-D181-4B49-AD49-623A40972189}" dt="2026-04-16T10:27:13.768" v="125" actId="1076"/>
          <ac:spMkLst>
            <pc:docMk/>
            <pc:sldMk cId="4144483786" sldId="272"/>
            <ac:spMk id="2" creationId="{FAB94716-ED62-DC35-4DA2-518D6B0D19C9}"/>
          </ac:spMkLst>
        </pc:spChg>
        <pc:spChg chg="add del">
          <ac:chgData name="meghatomar70@gmail.com" userId="3d637cf3e91fbfb0" providerId="LiveId" clId="{45322A57-D181-4B49-AD49-623A40972189}" dt="2026-04-16T10:12:35.400" v="20" actId="478"/>
          <ac:spMkLst>
            <pc:docMk/>
            <pc:sldMk cId="4144483786" sldId="272"/>
            <ac:spMk id="3" creationId="{992258A8-B929-932A-8F02-15F9B5451A4A}"/>
          </ac:spMkLst>
        </pc:spChg>
        <pc:spChg chg="del">
          <ac:chgData name="meghatomar70@gmail.com" userId="3d637cf3e91fbfb0" providerId="LiveId" clId="{45322A57-D181-4B49-AD49-623A40972189}" dt="2026-04-16T10:12:23.601" v="17" actId="478"/>
          <ac:spMkLst>
            <pc:docMk/>
            <pc:sldMk cId="4144483786" sldId="272"/>
            <ac:spMk id="11" creationId="{C3492000-6817-C10B-4D4B-4B1E08204B9F}"/>
          </ac:spMkLst>
        </pc:spChg>
        <pc:spChg chg="add mod">
          <ac:chgData name="meghatomar70@gmail.com" userId="3d637cf3e91fbfb0" providerId="LiveId" clId="{45322A57-D181-4B49-AD49-623A40972189}" dt="2026-04-16T10:26:55.141" v="115" actId="20577"/>
          <ac:spMkLst>
            <pc:docMk/>
            <pc:sldMk cId="4144483786" sldId="272"/>
            <ac:spMk id="12" creationId="{F4E46372-199B-1F58-A0F2-5790DDC0E85F}"/>
          </ac:spMkLst>
        </pc:spChg>
        <pc:spChg chg="add mod">
          <ac:chgData name="meghatomar70@gmail.com" userId="3d637cf3e91fbfb0" providerId="LiveId" clId="{45322A57-D181-4B49-AD49-623A40972189}" dt="2026-04-16T10:28:07.937" v="143" actId="1076"/>
          <ac:spMkLst>
            <pc:docMk/>
            <pc:sldMk cId="4144483786" sldId="272"/>
            <ac:spMk id="13" creationId="{082F58C5-C571-39D0-424F-CD8BD1930EC9}"/>
          </ac:spMkLst>
        </pc:spChg>
        <pc:spChg chg="del">
          <ac:chgData name="meghatomar70@gmail.com" userId="3d637cf3e91fbfb0" providerId="LiveId" clId="{45322A57-D181-4B49-AD49-623A40972189}" dt="2026-04-16T10:12:25.310" v="18" actId="478"/>
          <ac:spMkLst>
            <pc:docMk/>
            <pc:sldMk cId="4144483786" sldId="272"/>
            <ac:spMk id="16" creationId="{85D9A68B-FF68-EA4C-3173-43D7FE90322E}"/>
          </ac:spMkLst>
        </pc:spChg>
        <pc:spChg chg="del">
          <ac:chgData name="meghatomar70@gmail.com" userId="3d637cf3e91fbfb0" providerId="LiveId" clId="{45322A57-D181-4B49-AD49-623A40972189}" dt="2026-04-16T10:12:21.467" v="16" actId="478"/>
          <ac:spMkLst>
            <pc:docMk/>
            <pc:sldMk cId="4144483786" sldId="272"/>
            <ac:spMk id="17" creationId="{32F77FB3-850C-DC22-A2B7-DDE9C0167B50}"/>
          </ac:spMkLst>
        </pc:spChg>
        <pc:spChg chg="del">
          <ac:chgData name="meghatomar70@gmail.com" userId="3d637cf3e91fbfb0" providerId="LiveId" clId="{45322A57-D181-4B49-AD49-623A40972189}" dt="2026-04-16T10:12:19.828" v="15" actId="478"/>
          <ac:spMkLst>
            <pc:docMk/>
            <pc:sldMk cId="4144483786" sldId="272"/>
            <ac:spMk id="19" creationId="{6EB43583-456D-1C65-5385-DEB9CF4C03B2}"/>
          </ac:spMkLst>
        </pc:spChg>
        <pc:spChg chg="del mod">
          <ac:chgData name="meghatomar70@gmail.com" userId="3d637cf3e91fbfb0" providerId="LiveId" clId="{45322A57-D181-4B49-AD49-623A40972189}" dt="2026-04-16T10:12:18.100" v="14" actId="478"/>
          <ac:spMkLst>
            <pc:docMk/>
            <pc:sldMk cId="4144483786" sldId="272"/>
            <ac:spMk id="20" creationId="{14F0BB2A-B0A8-50C4-060B-47AD5AA3E311}"/>
          </ac:spMkLst>
        </pc:spChg>
        <pc:picChg chg="add mod modCrop">
          <ac:chgData name="meghatomar70@gmail.com" userId="3d637cf3e91fbfb0" providerId="LiveId" clId="{45322A57-D181-4B49-AD49-623A40972189}" dt="2026-04-16T10:27:16.160" v="126" actId="1076"/>
          <ac:picMkLst>
            <pc:docMk/>
            <pc:sldMk cId="4144483786" sldId="272"/>
            <ac:picMk id="5" creationId="{8271C0E5-E35F-31A6-6E4C-DD2F5B6123DF}"/>
          </ac:picMkLst>
        </pc:picChg>
        <pc:picChg chg="add mod">
          <ac:chgData name="meghatomar70@gmail.com" userId="3d637cf3e91fbfb0" providerId="LiveId" clId="{45322A57-D181-4B49-AD49-623A40972189}" dt="2026-04-16T10:27:55.849" v="140" actId="14100"/>
          <ac:picMkLst>
            <pc:docMk/>
            <pc:sldMk cId="4144483786" sldId="272"/>
            <ac:picMk id="7" creationId="{273B5718-F965-C4C1-DF6A-71CB289DDC80}"/>
          </ac:picMkLst>
        </pc:picChg>
        <pc:picChg chg="add del mod">
          <ac:chgData name="meghatomar70@gmail.com" userId="3d637cf3e91fbfb0" providerId="LiveId" clId="{45322A57-D181-4B49-AD49-623A40972189}" dt="2026-04-16T10:26:40.375" v="103" actId="478"/>
          <ac:picMkLst>
            <pc:docMk/>
            <pc:sldMk cId="4144483786" sldId="272"/>
            <ac:picMk id="9" creationId="{14AD4833-31E6-BD55-671C-B159828BB258}"/>
          </ac:picMkLst>
        </pc:picChg>
        <pc:picChg chg="del">
          <ac:chgData name="meghatomar70@gmail.com" userId="3d637cf3e91fbfb0" providerId="LiveId" clId="{45322A57-D181-4B49-AD49-623A40972189}" dt="2026-04-16T10:12:13.833" v="10" actId="478"/>
          <ac:picMkLst>
            <pc:docMk/>
            <pc:sldMk cId="4144483786" sldId="272"/>
            <ac:picMk id="10" creationId="{74CF573A-3842-6143-AE04-85B763A5A207}"/>
          </ac:picMkLst>
        </pc:picChg>
        <pc:picChg chg="del">
          <ac:chgData name="meghatomar70@gmail.com" userId="3d637cf3e91fbfb0" providerId="LiveId" clId="{45322A57-D181-4B49-AD49-623A40972189}" dt="2026-04-16T10:12:15.511" v="12" actId="478"/>
          <ac:picMkLst>
            <pc:docMk/>
            <pc:sldMk cId="4144483786" sldId="272"/>
            <ac:picMk id="14" creationId="{AB51308D-BCAB-8E3D-2381-CAE1AA72A0AA}"/>
          </ac:picMkLst>
        </pc:picChg>
        <pc:picChg chg="add mod">
          <ac:chgData name="meghatomar70@gmail.com" userId="3d637cf3e91fbfb0" providerId="LiveId" clId="{45322A57-D181-4B49-AD49-623A40972189}" dt="2026-04-16T10:28:19.089" v="146" actId="14100"/>
          <ac:picMkLst>
            <pc:docMk/>
            <pc:sldMk cId="4144483786" sldId="272"/>
            <ac:picMk id="18" creationId="{A3E0437E-4545-FADA-C515-5C115579595C}"/>
          </ac:picMkLst>
        </pc:picChg>
        <pc:picChg chg="del">
          <ac:chgData name="meghatomar70@gmail.com" userId="3d637cf3e91fbfb0" providerId="LiveId" clId="{45322A57-D181-4B49-AD49-623A40972189}" dt="2026-04-16T10:12:14.678" v="11" actId="478"/>
          <ac:picMkLst>
            <pc:docMk/>
            <pc:sldMk cId="4144483786" sldId="272"/>
            <ac:picMk id="24" creationId="{74821F7B-C855-D89E-82D6-DCE36E32C1FF}"/>
          </ac:picMkLst>
        </pc:picChg>
      </pc:sldChg>
      <pc:sldChg chg="addSp delSp modSp add del mod ord">
        <pc:chgData name="meghatomar70@gmail.com" userId="3d637cf3e91fbfb0" providerId="LiveId" clId="{45322A57-D181-4B49-AD49-623A40972189}" dt="2026-04-16T10:48:02.852" v="420" actId="47"/>
        <pc:sldMkLst>
          <pc:docMk/>
          <pc:sldMk cId="10915899" sldId="273"/>
        </pc:sldMkLst>
        <pc:spChg chg="mod">
          <ac:chgData name="meghatomar70@gmail.com" userId="3d637cf3e91fbfb0" providerId="LiveId" clId="{45322A57-D181-4B49-AD49-623A40972189}" dt="2026-04-16T10:25:44.374" v="96" actId="20577"/>
          <ac:spMkLst>
            <pc:docMk/>
            <pc:sldMk cId="10915899" sldId="273"/>
            <ac:spMk id="2" creationId="{6A3ACD47-CEDD-8AEE-8906-D0470AAB4005}"/>
          </ac:spMkLst>
        </pc:spChg>
        <pc:picChg chg="add mod">
          <ac:chgData name="meghatomar70@gmail.com" userId="3d637cf3e91fbfb0" providerId="LiveId" clId="{45322A57-D181-4B49-AD49-623A40972189}" dt="2026-04-16T10:25:36.638" v="73" actId="14100"/>
          <ac:picMkLst>
            <pc:docMk/>
            <pc:sldMk cId="10915899" sldId="273"/>
            <ac:picMk id="4" creationId="{95114152-F763-EDF0-4E0B-B474EBE9D830}"/>
          </ac:picMkLst>
        </pc:picChg>
        <pc:picChg chg="del">
          <ac:chgData name="meghatomar70@gmail.com" userId="3d637cf3e91fbfb0" providerId="LiveId" clId="{45322A57-D181-4B49-AD49-623A40972189}" dt="2026-04-16T10:25:27.955" v="69" actId="478"/>
          <ac:picMkLst>
            <pc:docMk/>
            <pc:sldMk cId="10915899" sldId="273"/>
            <ac:picMk id="5" creationId="{C4875715-7F09-1ADE-2466-82772DF78323}"/>
          </ac:picMkLst>
        </pc:picChg>
      </pc:sldChg>
      <pc:sldChg chg="addSp delSp modSp add del mod ord">
        <pc:chgData name="meghatomar70@gmail.com" userId="3d637cf3e91fbfb0" providerId="LiveId" clId="{45322A57-D181-4B49-AD49-623A40972189}" dt="2026-04-16T10:48:03.794" v="422" actId="47"/>
        <pc:sldMkLst>
          <pc:docMk/>
          <pc:sldMk cId="2407497696" sldId="274"/>
        </pc:sldMkLst>
        <pc:spChg chg="mod">
          <ac:chgData name="meghatomar70@gmail.com" userId="3d637cf3e91fbfb0" providerId="LiveId" clId="{45322A57-D181-4B49-AD49-623A40972189}" dt="2026-04-16T10:28:38.801" v="175" actId="20577"/>
          <ac:spMkLst>
            <pc:docMk/>
            <pc:sldMk cId="2407497696" sldId="274"/>
            <ac:spMk id="2" creationId="{C450E8D1-E165-9125-C6A5-A61568A61E01}"/>
          </ac:spMkLst>
        </pc:spChg>
        <pc:picChg chg="del">
          <ac:chgData name="meghatomar70@gmail.com" userId="3d637cf3e91fbfb0" providerId="LiveId" clId="{45322A57-D181-4B49-AD49-623A40972189}" dt="2026-04-16T10:29:04.442" v="183" actId="478"/>
          <ac:picMkLst>
            <pc:docMk/>
            <pc:sldMk cId="2407497696" sldId="274"/>
            <ac:picMk id="4" creationId="{14EECEF3-207E-13A5-9959-06ABA86A2012}"/>
          </ac:picMkLst>
        </pc:picChg>
        <pc:picChg chg="add mod">
          <ac:chgData name="meghatomar70@gmail.com" userId="3d637cf3e91fbfb0" providerId="LiveId" clId="{45322A57-D181-4B49-AD49-623A40972189}" dt="2026-04-16T10:30:26.871" v="205" actId="14100"/>
          <ac:picMkLst>
            <pc:docMk/>
            <pc:sldMk cId="2407497696" sldId="274"/>
            <ac:picMk id="5" creationId="{090A6F18-2E77-E005-1C4A-33483D7D2625}"/>
          </ac:picMkLst>
        </pc:picChg>
        <pc:picChg chg="add mod">
          <ac:chgData name="meghatomar70@gmail.com" userId="3d637cf3e91fbfb0" providerId="LiveId" clId="{45322A57-D181-4B49-AD49-623A40972189}" dt="2026-04-16T10:30:32.144" v="208" actId="1076"/>
          <ac:picMkLst>
            <pc:docMk/>
            <pc:sldMk cId="2407497696" sldId="274"/>
            <ac:picMk id="7" creationId="{CCC57F96-247A-4A75-3973-A19D287A3E05}"/>
          </ac:picMkLst>
        </pc:picChg>
        <pc:picChg chg="add del mod modCrop">
          <ac:chgData name="meghatomar70@gmail.com" userId="3d637cf3e91fbfb0" providerId="LiveId" clId="{45322A57-D181-4B49-AD49-623A40972189}" dt="2026-04-16T10:30:55.143" v="215" actId="478"/>
          <ac:picMkLst>
            <pc:docMk/>
            <pc:sldMk cId="2407497696" sldId="274"/>
            <ac:picMk id="9" creationId="{63774473-785A-1D9F-E5B1-FD0DE44C4939}"/>
          </ac:picMkLst>
        </pc:picChg>
        <pc:picChg chg="add mod modCrop">
          <ac:chgData name="meghatomar70@gmail.com" userId="3d637cf3e91fbfb0" providerId="LiveId" clId="{45322A57-D181-4B49-AD49-623A40972189}" dt="2026-04-16T10:31:20.184" v="222" actId="1076"/>
          <ac:picMkLst>
            <pc:docMk/>
            <pc:sldMk cId="2407497696" sldId="274"/>
            <ac:picMk id="11" creationId="{90DD5FE0-BFF6-8B62-A802-EFEC267B5FD8}"/>
          </ac:picMkLst>
        </pc:picChg>
      </pc:sldChg>
      <pc:sldChg chg="addSp delSp modSp add del mod">
        <pc:chgData name="meghatomar70@gmail.com" userId="3d637cf3e91fbfb0" providerId="LiveId" clId="{45322A57-D181-4B49-AD49-623A40972189}" dt="2026-04-16T10:48:03.310" v="421" actId="47"/>
        <pc:sldMkLst>
          <pc:docMk/>
          <pc:sldMk cId="1824244706" sldId="275"/>
        </pc:sldMkLst>
        <pc:spChg chg="mod">
          <ac:chgData name="meghatomar70@gmail.com" userId="3d637cf3e91fbfb0" providerId="LiveId" clId="{45322A57-D181-4B49-AD49-623A40972189}" dt="2026-04-16T10:31:52.483" v="257" actId="20577"/>
          <ac:spMkLst>
            <pc:docMk/>
            <pc:sldMk cId="1824244706" sldId="275"/>
            <ac:spMk id="2" creationId="{E325B060-82A8-DC59-1FAD-D3F971C6B548}"/>
          </ac:spMkLst>
        </pc:spChg>
        <pc:picChg chg="del">
          <ac:chgData name="meghatomar70@gmail.com" userId="3d637cf3e91fbfb0" providerId="LiveId" clId="{45322A57-D181-4B49-AD49-623A40972189}" dt="2026-04-16T10:31:57.628" v="258" actId="478"/>
          <ac:picMkLst>
            <pc:docMk/>
            <pc:sldMk cId="1824244706" sldId="275"/>
            <ac:picMk id="4" creationId="{C0D4765A-28E0-4F08-9C38-7F5E6E7B739A}"/>
          </ac:picMkLst>
        </pc:picChg>
        <pc:picChg chg="add del mod">
          <ac:chgData name="meghatomar70@gmail.com" userId="3d637cf3e91fbfb0" providerId="LiveId" clId="{45322A57-D181-4B49-AD49-623A40972189}" dt="2026-04-16T10:32:37.365" v="265" actId="478"/>
          <ac:picMkLst>
            <pc:docMk/>
            <pc:sldMk cId="1824244706" sldId="275"/>
            <ac:picMk id="5" creationId="{4B0D5B4F-1C7D-DC60-83AE-C4143CDD89A5}"/>
          </ac:picMkLst>
        </pc:picChg>
        <pc:picChg chg="add mod">
          <ac:chgData name="meghatomar70@gmail.com" userId="3d637cf3e91fbfb0" providerId="LiveId" clId="{45322A57-D181-4B49-AD49-623A40972189}" dt="2026-04-16T10:33:38.168" v="281" actId="1076"/>
          <ac:picMkLst>
            <pc:docMk/>
            <pc:sldMk cId="1824244706" sldId="275"/>
            <ac:picMk id="7" creationId="{F6B24FBB-1B69-340E-CB25-A2937D8A80A3}"/>
          </ac:picMkLst>
        </pc:picChg>
        <pc:picChg chg="add mod modCrop">
          <ac:chgData name="meghatomar70@gmail.com" userId="3d637cf3e91fbfb0" providerId="LiveId" clId="{45322A57-D181-4B49-AD49-623A40972189}" dt="2026-04-16T10:33:08.353" v="275" actId="1076"/>
          <ac:picMkLst>
            <pc:docMk/>
            <pc:sldMk cId="1824244706" sldId="275"/>
            <ac:picMk id="9" creationId="{F33F9E3F-AD6A-E638-9752-BB7B4A64DE22}"/>
          </ac:picMkLst>
        </pc:picChg>
      </pc:sldChg>
      <pc:sldChg chg="addSp delSp modSp add del mod">
        <pc:chgData name="meghatomar70@gmail.com" userId="3d637cf3e91fbfb0" providerId="LiveId" clId="{45322A57-D181-4B49-AD49-623A40972189}" dt="2026-04-16T10:48:02.386" v="419" actId="47"/>
        <pc:sldMkLst>
          <pc:docMk/>
          <pc:sldMk cId="2833131906" sldId="276"/>
        </pc:sldMkLst>
        <pc:spChg chg="mod">
          <ac:chgData name="meghatomar70@gmail.com" userId="3d637cf3e91fbfb0" providerId="LiveId" clId="{45322A57-D181-4B49-AD49-623A40972189}" dt="2026-04-16T10:35:56.530" v="315" actId="20577"/>
          <ac:spMkLst>
            <pc:docMk/>
            <pc:sldMk cId="2833131906" sldId="276"/>
            <ac:spMk id="2" creationId="{ECE17304-F0B4-58D7-9CC6-236043C0E8DE}"/>
          </ac:spMkLst>
        </pc:spChg>
        <pc:picChg chg="add mod modCrop">
          <ac:chgData name="meghatomar70@gmail.com" userId="3d637cf3e91fbfb0" providerId="LiveId" clId="{45322A57-D181-4B49-AD49-623A40972189}" dt="2026-04-16T10:43:45.055" v="415" actId="732"/>
          <ac:picMkLst>
            <pc:docMk/>
            <pc:sldMk cId="2833131906" sldId="276"/>
            <ac:picMk id="4" creationId="{31EA7D7E-48EF-E50C-31C0-22316E927237}"/>
          </ac:picMkLst>
        </pc:picChg>
        <pc:picChg chg="add mod modCrop">
          <ac:chgData name="meghatomar70@gmail.com" userId="3d637cf3e91fbfb0" providerId="LiveId" clId="{45322A57-D181-4B49-AD49-623A40972189}" dt="2026-04-16T10:43:48.329" v="416" actId="1076"/>
          <ac:picMkLst>
            <pc:docMk/>
            <pc:sldMk cId="2833131906" sldId="276"/>
            <ac:picMk id="5" creationId="{356762A1-2F25-C9DF-DD45-38BB4D3AB369}"/>
          </ac:picMkLst>
        </pc:picChg>
        <pc:picChg chg="del">
          <ac:chgData name="meghatomar70@gmail.com" userId="3d637cf3e91fbfb0" providerId="LiveId" clId="{45322A57-D181-4B49-AD49-623A40972189}" dt="2026-04-16T10:35:30.812" v="285" actId="478"/>
          <ac:picMkLst>
            <pc:docMk/>
            <pc:sldMk cId="2833131906" sldId="276"/>
            <ac:picMk id="7" creationId="{1A7CBC9D-7C56-04B7-E56B-FF104B63C143}"/>
          </ac:picMkLst>
        </pc:picChg>
        <pc:picChg chg="del">
          <ac:chgData name="meghatomar70@gmail.com" userId="3d637cf3e91fbfb0" providerId="LiveId" clId="{45322A57-D181-4B49-AD49-623A40972189}" dt="2026-04-16T10:35:34.564" v="286" actId="478"/>
          <ac:picMkLst>
            <pc:docMk/>
            <pc:sldMk cId="2833131906" sldId="276"/>
            <ac:picMk id="9" creationId="{99BC7F6C-0035-7E9F-71A5-E432B5254D4A}"/>
          </ac:picMkLst>
        </pc:picChg>
      </pc:sldChg>
      <pc:sldChg chg="addSp delSp modSp add del mod">
        <pc:chgData name="meghatomar70@gmail.com" userId="3d637cf3e91fbfb0" providerId="LiveId" clId="{45322A57-D181-4B49-AD49-623A40972189}" dt="2026-04-16T10:48:01.582" v="418" actId="47"/>
        <pc:sldMkLst>
          <pc:docMk/>
          <pc:sldMk cId="94273059" sldId="277"/>
        </pc:sldMkLst>
        <pc:spChg chg="mod">
          <ac:chgData name="meghatomar70@gmail.com" userId="3d637cf3e91fbfb0" providerId="LiveId" clId="{45322A57-D181-4B49-AD49-623A40972189}" dt="2026-04-16T10:36:52.555" v="337" actId="20577"/>
          <ac:spMkLst>
            <pc:docMk/>
            <pc:sldMk cId="94273059" sldId="277"/>
            <ac:spMk id="2" creationId="{D4C43331-D5B3-6BD7-EE5B-346EC68AEB84}"/>
          </ac:spMkLst>
        </pc:spChg>
        <pc:picChg chg="del">
          <ac:chgData name="meghatomar70@gmail.com" userId="3d637cf3e91fbfb0" providerId="LiveId" clId="{45322A57-D181-4B49-AD49-623A40972189}" dt="2026-04-16T10:36:57.400" v="338" actId="478"/>
          <ac:picMkLst>
            <pc:docMk/>
            <pc:sldMk cId="94273059" sldId="277"/>
            <ac:picMk id="4" creationId="{5B2D5F97-4AE2-D2B5-58E2-EBF9F2914AE8}"/>
          </ac:picMkLst>
        </pc:picChg>
        <pc:picChg chg="add mod modCrop">
          <ac:chgData name="meghatomar70@gmail.com" userId="3d637cf3e91fbfb0" providerId="LiveId" clId="{45322A57-D181-4B49-AD49-623A40972189}" dt="2026-04-16T10:39:49.512" v="389" actId="1076"/>
          <ac:picMkLst>
            <pc:docMk/>
            <pc:sldMk cId="94273059" sldId="277"/>
            <ac:picMk id="5" creationId="{534A93D9-6B60-261D-10E2-024C175B50E7}"/>
          </ac:picMkLst>
        </pc:picChg>
        <pc:picChg chg="add mod">
          <ac:chgData name="meghatomar70@gmail.com" userId="3d637cf3e91fbfb0" providerId="LiveId" clId="{45322A57-D181-4B49-AD49-623A40972189}" dt="2026-04-16T10:40:16.524" v="398" actId="14100"/>
          <ac:picMkLst>
            <pc:docMk/>
            <pc:sldMk cId="94273059" sldId="277"/>
            <ac:picMk id="7" creationId="{F311AC8E-A57C-08C4-5CC4-C00C1B98B19B}"/>
          </ac:picMkLst>
        </pc:picChg>
        <pc:picChg chg="add mod modCrop">
          <ac:chgData name="meghatomar70@gmail.com" userId="3d637cf3e91fbfb0" providerId="LiveId" clId="{45322A57-D181-4B49-AD49-623A40972189}" dt="2026-04-16T10:39:51.120" v="390" actId="1076"/>
          <ac:picMkLst>
            <pc:docMk/>
            <pc:sldMk cId="94273059" sldId="277"/>
            <ac:picMk id="9" creationId="{738EA2DD-5756-9C39-530E-66BE715C9C82}"/>
          </ac:picMkLst>
        </pc:picChg>
        <pc:picChg chg="add del mod modCrop">
          <ac:chgData name="meghatomar70@gmail.com" userId="3d637cf3e91fbfb0" providerId="LiveId" clId="{45322A57-D181-4B49-AD49-623A40972189}" dt="2026-04-16T10:40:01.939" v="393" actId="1076"/>
          <ac:picMkLst>
            <pc:docMk/>
            <pc:sldMk cId="94273059" sldId="277"/>
            <ac:picMk id="11" creationId="{29E66A1D-5AD4-8141-1175-F522A34A7C3E}"/>
          </ac:picMkLst>
        </pc:picChg>
        <pc:picChg chg="add mod">
          <ac:chgData name="meghatomar70@gmail.com" userId="3d637cf3e91fbfb0" providerId="LiveId" clId="{45322A57-D181-4B49-AD49-623A40972189}" dt="2026-04-16T10:40:09.790" v="395" actId="1076"/>
          <ac:picMkLst>
            <pc:docMk/>
            <pc:sldMk cId="94273059" sldId="277"/>
            <ac:picMk id="13" creationId="{53E6CCD0-B83C-719D-AC37-ABB49D31B5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8685-9D21-4BE7-843E-96D46DA24F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24E78-7008-42B1-9C50-19A7B9F58A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0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24E78-7008-42B1-9C50-19A7B9F58A7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26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4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2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7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3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57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2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7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5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7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40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6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76207D-AA75-4235-AC14-255ADE2AC69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52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375D-A3B4-4731-AFD3-2B1DFF6E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A2AE8-F54E-4A60-9EC4-D73D04D2BCE5}"/>
              </a:ext>
            </a:extLst>
          </p:cNvPr>
          <p:cNvSpPr txBox="1"/>
          <p:nvPr/>
        </p:nvSpPr>
        <p:spPr>
          <a:xfrm>
            <a:off x="202094" y="634833"/>
            <a:ext cx="3734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w Cen MT" panose="020B0602020104020603" pitchFamily="34" charset="0"/>
              </a:rPr>
              <a:t>Grafana </a:t>
            </a:r>
            <a:r>
              <a:rPr lang="en-IN" sz="2800" u="sng" dirty="0" err="1">
                <a:latin typeface="Tw Cen MT" panose="020B0602020104020603" pitchFamily="34" charset="0"/>
              </a:rPr>
              <a:t>DashBoard</a:t>
            </a:r>
            <a:r>
              <a:rPr lang="en-IN" sz="2800" u="sng" dirty="0">
                <a:latin typeface="Tw Cen MT" panose="020B0602020104020603" pitchFamily="34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90919-198D-0239-2702-3026A5262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43" y="1262269"/>
            <a:ext cx="11986866" cy="509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0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FC2816-A354-FF6E-37B9-E52C93D64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93" y="751603"/>
            <a:ext cx="4026664" cy="2408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D052A2-091E-8948-1013-C38DAE084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554" y="4311476"/>
            <a:ext cx="4344006" cy="2219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56F7AA-5BBA-986C-F779-4012841B9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86" y="4239146"/>
            <a:ext cx="4344006" cy="2191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8E5824-718F-6579-B374-93EE3F1A4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705" y="751604"/>
            <a:ext cx="3095120" cy="24086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556B13-C75F-77E3-CD03-D3F9E388CC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07" y="479901"/>
            <a:ext cx="4191738" cy="29490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BAB3DD1-CAD9-2B2D-F7E8-F21AE8B7C1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350" y="3600678"/>
            <a:ext cx="8192643" cy="4667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CB1DEC-7D64-637B-4F2D-FA5715C14E5E}"/>
              </a:ext>
            </a:extLst>
          </p:cNvPr>
          <p:cNvSpPr txBox="1"/>
          <p:nvPr/>
        </p:nvSpPr>
        <p:spPr>
          <a:xfrm>
            <a:off x="369007" y="3429000"/>
            <a:ext cx="261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Topology we used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E2277A-C9A0-4E24-D139-CBE898E400B7}"/>
              </a:ext>
            </a:extLst>
          </p:cNvPr>
          <p:cNvSpPr txBox="1"/>
          <p:nvPr/>
        </p:nvSpPr>
        <p:spPr>
          <a:xfrm>
            <a:off x="288235" y="29555"/>
            <a:ext cx="729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Configuration items we storing in Redis 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63BB51-F92B-9516-893D-BFE14BFE3FBD}"/>
              </a:ext>
            </a:extLst>
          </p:cNvPr>
          <p:cNvSpPr txBox="1"/>
          <p:nvPr/>
        </p:nvSpPr>
        <p:spPr>
          <a:xfrm>
            <a:off x="4699892" y="346530"/>
            <a:ext cx="168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1. MAC TABLE</a:t>
            </a:r>
          </a:p>
        </p:txBody>
      </p:sp>
    </p:spTree>
    <p:extLst>
      <p:ext uri="{BB962C8B-B14F-4D97-AF65-F5344CB8AC3E}">
        <p14:creationId xmlns:p14="http://schemas.microsoft.com/office/powerpoint/2010/main" val="302075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1B05A1-9F18-CCDD-20E5-D7FFFE154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56" y="346530"/>
            <a:ext cx="3295685" cy="2381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AAFBE-B9A4-0A09-71EC-F557FEEC5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305" y="327991"/>
            <a:ext cx="3162741" cy="2381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B8508-7702-FFC7-0417-5F4A27BD1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3" y="2875457"/>
            <a:ext cx="7228848" cy="1107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A7BDE0-3FD7-CF75-5A2C-5F2E09A80D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3" y="4218432"/>
            <a:ext cx="7673008" cy="17156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74E892-2802-9884-12FD-4873108DC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843" y="6007600"/>
            <a:ext cx="6878010" cy="6382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3C4987-6094-ED47-EBE2-3A190D6BA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690" y="327991"/>
            <a:ext cx="4505954" cy="1257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97BFFD-16CE-6140-F81A-35F56C89A5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1243" y="2828253"/>
            <a:ext cx="4072973" cy="37017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CAF13B-8E2E-A281-5702-E6AFD1F134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6853" y="1798553"/>
            <a:ext cx="5029113" cy="8410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2DC1C8-E9AA-181D-EA2F-358B24E4B4F7}"/>
              </a:ext>
            </a:extLst>
          </p:cNvPr>
          <p:cNvSpPr txBox="1"/>
          <p:nvPr/>
        </p:nvSpPr>
        <p:spPr>
          <a:xfrm>
            <a:off x="235169" y="14361"/>
            <a:ext cx="168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2. Ports Info: </a:t>
            </a:r>
          </a:p>
        </p:txBody>
      </p:sp>
    </p:spTree>
    <p:extLst>
      <p:ext uri="{BB962C8B-B14F-4D97-AF65-F5344CB8AC3E}">
        <p14:creationId xmlns:p14="http://schemas.microsoft.com/office/powerpoint/2010/main" val="69053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D56E-466F-A34C-2F93-1D97AD11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A89DA-FE09-76CA-DC4A-C259B479D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07" y="2951858"/>
            <a:ext cx="2763079" cy="2711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AB8B7-6D23-F571-FA12-CA987AC5F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0" r="59185" b="6178"/>
          <a:stretch>
            <a:fillRect/>
          </a:stretch>
        </p:blipFill>
        <p:spPr>
          <a:xfrm>
            <a:off x="3526716" y="3429000"/>
            <a:ext cx="3289409" cy="2254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0E9E9-ECC8-89EF-DF10-BA49DC2A2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67" y="5864155"/>
            <a:ext cx="11252665" cy="663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9C2D91-C320-FD69-F11F-E4E5AF7BB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07" y="437667"/>
            <a:ext cx="4393096" cy="1593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A58CAF-95E5-3779-CCCB-BD90A1737C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95" y="437667"/>
            <a:ext cx="4393096" cy="19836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25FF0B7-999F-0250-BE3A-1D40829DCA59}"/>
              </a:ext>
            </a:extLst>
          </p:cNvPr>
          <p:cNvSpPr txBox="1"/>
          <p:nvPr/>
        </p:nvSpPr>
        <p:spPr>
          <a:xfrm>
            <a:off x="436005" y="68335"/>
            <a:ext cx="168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3. VLAN Info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8F088-42C5-8FE0-6699-368C58680473}"/>
              </a:ext>
            </a:extLst>
          </p:cNvPr>
          <p:cNvSpPr txBox="1"/>
          <p:nvPr/>
        </p:nvSpPr>
        <p:spPr>
          <a:xfrm>
            <a:off x="469667" y="2512101"/>
            <a:ext cx="2166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w Cen MT" panose="020B0602020104020603" pitchFamily="34" charset="0"/>
              </a:rPr>
              <a:t>4. Port Stats Info: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C781E-143A-969C-C2DD-A40B5DD249ED}"/>
              </a:ext>
            </a:extLst>
          </p:cNvPr>
          <p:cNvSpPr txBox="1"/>
          <p:nvPr/>
        </p:nvSpPr>
        <p:spPr>
          <a:xfrm>
            <a:off x="6993355" y="3444809"/>
            <a:ext cx="4463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w Cen MT" panose="020B0602020104020603" pitchFamily="34" charset="0"/>
              </a:rPr>
              <a:t>5. </a:t>
            </a:r>
            <a:r>
              <a:rPr lang="en-IN" u="sng" dirty="0">
                <a:latin typeface="Tw Cen MT" panose="020B0602020104020603" pitchFamily="34" charset="0"/>
              </a:rPr>
              <a:t>Neighbor Info 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293A01-9C76-0D52-19DF-27D23AE99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 b="77317"/>
          <a:stretch>
            <a:fillRect/>
          </a:stretch>
        </p:blipFill>
        <p:spPr>
          <a:xfrm>
            <a:off x="3546318" y="2666000"/>
            <a:ext cx="8059275" cy="603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E4293A-5C91-FE75-4920-B0DD5AB62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22" y="3815504"/>
            <a:ext cx="2724530" cy="1114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319ABD-009D-AB78-9F0F-D5936B4C5C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8"/>
          <a:stretch>
            <a:fillRect/>
          </a:stretch>
        </p:blipFill>
        <p:spPr>
          <a:xfrm>
            <a:off x="6993355" y="5085879"/>
            <a:ext cx="5148299" cy="7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8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2007</TotalTime>
  <Words>39</Words>
  <Application>Microsoft Office PowerPoint</Application>
  <PresentationFormat>Widescreen</PresentationFormat>
  <Paragraphs>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meghatomar70@gmail.com</dc:creator>
  <cp:lastModifiedBy>meghatomar70@gmail.com</cp:lastModifiedBy>
  <cp:revision>2</cp:revision>
  <dcterms:created xsi:type="dcterms:W3CDTF">2026-03-20T09:45:20Z</dcterms:created>
  <dcterms:modified xsi:type="dcterms:W3CDTF">2026-04-16T12:51:21Z</dcterms:modified>
</cp:coreProperties>
</file>