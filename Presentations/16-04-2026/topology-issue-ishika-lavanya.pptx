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2" r:id="rId1"/>
  </p:sldMasterIdLst>
  <p:notesMasterIdLst>
    <p:notesMasterId r:id="rId9"/>
  </p:notesMasterIdLst>
  <p:sldIdLst>
    <p:sldId id="272" r:id="rId2"/>
    <p:sldId id="278" r:id="rId3"/>
    <p:sldId id="274" r:id="rId4"/>
    <p:sldId id="275" r:id="rId5"/>
    <p:sldId id="273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tomar70@gmail.com" userId="3d637cf3e91fbfb0" providerId="LiveId" clId="{45322A57-D181-4B49-AD49-623A40972189}"/>
    <pc:docChg chg="custSel modSld">
      <pc:chgData name="meghatomar70@gmail.com" userId="3d637cf3e91fbfb0" providerId="LiveId" clId="{45322A57-D181-4B49-AD49-623A40972189}" dt="2026-04-25T11:40:56.227" v="12" actId="1076"/>
      <pc:docMkLst>
        <pc:docMk/>
      </pc:docMkLst>
      <pc:sldChg chg="addSp delSp modSp mod">
        <pc:chgData name="meghatomar70@gmail.com" userId="3d637cf3e91fbfb0" providerId="LiveId" clId="{45322A57-D181-4B49-AD49-623A40972189}" dt="2026-04-25T11:40:56.227" v="12" actId="1076"/>
        <pc:sldMkLst>
          <pc:docMk/>
          <pc:sldMk cId="1824244706" sldId="275"/>
        </pc:sldMkLst>
        <pc:picChg chg="add mod">
          <ac:chgData name="meghatomar70@gmail.com" userId="3d637cf3e91fbfb0" providerId="LiveId" clId="{45322A57-D181-4B49-AD49-623A40972189}" dt="2026-04-25T11:40:56.227" v="12" actId="1076"/>
          <ac:picMkLst>
            <pc:docMk/>
            <pc:sldMk cId="1824244706" sldId="275"/>
            <ac:picMk id="5" creationId="{A2AD3563-7E44-8881-E5B5-B81EA69E4CBE}"/>
          </ac:picMkLst>
        </pc:picChg>
        <pc:picChg chg="del">
          <ac:chgData name="meghatomar70@gmail.com" userId="3d637cf3e91fbfb0" providerId="LiveId" clId="{45322A57-D181-4B49-AD49-623A40972189}" dt="2026-04-25T11:40:25.535" v="2" actId="478"/>
          <ac:picMkLst>
            <pc:docMk/>
            <pc:sldMk cId="1824244706" sldId="275"/>
            <ac:picMk id="6" creationId="{DE2818EE-46D5-0BCC-1BFD-29D0650C9DF2}"/>
          </ac:picMkLst>
        </pc:picChg>
        <pc:picChg chg="mod">
          <ac:chgData name="meghatomar70@gmail.com" userId="3d637cf3e91fbfb0" providerId="LiveId" clId="{45322A57-D181-4B49-AD49-623A40972189}" dt="2026-04-25T11:40:35.721" v="6" actId="14100"/>
          <ac:picMkLst>
            <pc:docMk/>
            <pc:sldMk cId="1824244706" sldId="275"/>
            <ac:picMk id="9" creationId="{F33F9E3F-AD6A-E638-9752-BB7B4A64DE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08685-9D21-4BE7-843E-96D46DA24F4D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24E78-7008-42B1-9C50-19A7B9F58A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80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224E78-7008-42B1-9C50-19A7B9F58A7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304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44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72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57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3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57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52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7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50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472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40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86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076207D-AA75-4235-AC14-255ADE2AC69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4527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6F80-E9A8-3531-5A15-BB0CA64E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73B5718-F965-C4C1-DF6A-71CB289DD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8"/>
          <a:stretch>
            <a:fillRect/>
          </a:stretch>
        </p:blipFill>
        <p:spPr>
          <a:xfrm>
            <a:off x="236375" y="745435"/>
            <a:ext cx="4717739" cy="27975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E46372-199B-1F58-A0F2-5790DDC0E85F}"/>
              </a:ext>
            </a:extLst>
          </p:cNvPr>
          <p:cNvSpPr txBox="1"/>
          <p:nvPr/>
        </p:nvSpPr>
        <p:spPr>
          <a:xfrm>
            <a:off x="205336" y="125811"/>
            <a:ext cx="3734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latin typeface="Tw Cen MT" panose="020B0602020104020603" pitchFamily="34" charset="0"/>
              </a:rPr>
              <a:t>Linear Topology: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F58C5-C571-39D0-424F-CD8BD1930EC9}"/>
              </a:ext>
            </a:extLst>
          </p:cNvPr>
          <p:cNvSpPr txBox="1"/>
          <p:nvPr/>
        </p:nvSpPr>
        <p:spPr>
          <a:xfrm>
            <a:off x="5732265" y="125811"/>
            <a:ext cx="3734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latin typeface="Tw Cen MT" panose="020B0602020104020603" pitchFamily="34" charset="0"/>
              </a:rPr>
              <a:t>Tree Topology: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3E0437E-4545-FADA-C515-5C1155795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703" y="745435"/>
            <a:ext cx="6272638" cy="279759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AB02F8-D54D-5110-5507-559962AE6833}"/>
              </a:ext>
            </a:extLst>
          </p:cNvPr>
          <p:cNvCxnSpPr>
            <a:cxnSpLocks/>
          </p:cNvCxnSpPr>
          <p:nvPr/>
        </p:nvCxnSpPr>
        <p:spPr>
          <a:xfrm>
            <a:off x="5496290" y="0"/>
            <a:ext cx="0" cy="6858000"/>
          </a:xfrm>
          <a:prstGeom prst="line">
            <a:avLst/>
          </a:prstGeom>
          <a:ln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83A1956-A273-E112-F84B-09696D979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33" y="3803034"/>
            <a:ext cx="5043282" cy="25778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17EF0B-977F-D76A-031E-71BEA96B8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703" y="3803034"/>
            <a:ext cx="5885894" cy="257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48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71C0E5-E35F-31A6-6E4C-DD2F5B612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39"/>
          <a:stretch>
            <a:fillRect/>
          </a:stretch>
        </p:blipFill>
        <p:spPr>
          <a:xfrm>
            <a:off x="569022" y="953395"/>
            <a:ext cx="4189471" cy="56156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3189BD-1A08-83DD-98A7-62D96614CFD7}"/>
              </a:ext>
            </a:extLst>
          </p:cNvPr>
          <p:cNvSpPr txBox="1"/>
          <p:nvPr/>
        </p:nvSpPr>
        <p:spPr>
          <a:xfrm>
            <a:off x="4415520" y="172492"/>
            <a:ext cx="3734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w Cen MT" panose="020B0602020104020603" pitchFamily="34" charset="0"/>
              </a:rPr>
              <a:t>Star Topology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A7ADA-F492-BA1F-54B6-9F9644898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584" y="993914"/>
            <a:ext cx="3872790" cy="55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719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A2D44-4772-D28F-3905-9915D83C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50E8D1-E165-9125-C6A5-A61568A61E01}"/>
              </a:ext>
            </a:extLst>
          </p:cNvPr>
          <p:cNvSpPr txBox="1"/>
          <p:nvPr/>
        </p:nvSpPr>
        <p:spPr>
          <a:xfrm>
            <a:off x="4094814" y="49276"/>
            <a:ext cx="3734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latin typeface="Tw Cen MT" panose="020B0602020104020603" pitchFamily="34" charset="0"/>
              </a:rPr>
              <a:t>Fat-Tree </a:t>
            </a:r>
            <a:r>
              <a:rPr lang="en-IN" sz="2800" u="sng" dirty="0" err="1">
                <a:latin typeface="Tw Cen MT" panose="020B0602020104020603" pitchFamily="34" charset="0"/>
              </a:rPr>
              <a:t>Toplogy</a:t>
            </a:r>
            <a:endParaRPr lang="en-IN" sz="2800" u="sng" dirty="0">
              <a:latin typeface="Tw Cen MT" panose="020B06020201040206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0A6F18-2E77-E005-1C4A-33483D7D2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57" y="510435"/>
            <a:ext cx="5324060" cy="3173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C57F96-247A-4A75-3973-A19D287A3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5" y="572496"/>
            <a:ext cx="5582478" cy="3173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54C9C3-E248-DAE0-6C99-0D8B2398E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125" y="3843791"/>
            <a:ext cx="7033961" cy="279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9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C4E09-83A5-9F88-A5A5-EAF965AE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25B060-82A8-DC59-1FAD-D3F971C6B548}"/>
              </a:ext>
            </a:extLst>
          </p:cNvPr>
          <p:cNvSpPr txBox="1"/>
          <p:nvPr/>
        </p:nvSpPr>
        <p:spPr>
          <a:xfrm>
            <a:off x="5028879" y="54464"/>
            <a:ext cx="3734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latin typeface="Tw Cen MT" panose="020B0602020104020603" pitchFamily="34" charset="0"/>
              </a:rPr>
              <a:t>DragonFly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B24FBB-1B69-340E-CB25-A2937D8A8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82" y="612949"/>
            <a:ext cx="12069418" cy="579789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3F9E3F-AD6A-E638-9752-BB7B4A64DE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" r="39394" b="2005"/>
          <a:stretch>
            <a:fillRect/>
          </a:stretch>
        </p:blipFill>
        <p:spPr>
          <a:xfrm>
            <a:off x="8763464" y="3034602"/>
            <a:ext cx="3340526" cy="2552282"/>
          </a:xfrm>
          <a:prstGeom prst="rect">
            <a:avLst/>
          </a:prstGeom>
          <a:ln>
            <a:solidFill>
              <a:schemeClr val="bg2">
                <a:lumMod val="75000"/>
                <a:lumOff val="2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016229-E1EA-CC02-0843-E7DBEBAF2559}"/>
              </a:ext>
            </a:extLst>
          </p:cNvPr>
          <p:cNvSpPr txBox="1"/>
          <p:nvPr/>
        </p:nvSpPr>
        <p:spPr>
          <a:xfrm>
            <a:off x="8622888" y="2685068"/>
            <a:ext cx="3185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MAC Table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D3563-7E44-8881-E5B5-B81EA69E4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279" y="2685068"/>
            <a:ext cx="4520897" cy="393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4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64B24-6B57-030E-8D50-7646DE71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3ACD47-CEDD-8AEE-8906-D0470AAB4005}"/>
              </a:ext>
            </a:extLst>
          </p:cNvPr>
          <p:cNvSpPr txBox="1"/>
          <p:nvPr/>
        </p:nvSpPr>
        <p:spPr>
          <a:xfrm>
            <a:off x="5702797" y="-12786"/>
            <a:ext cx="3734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latin typeface="Tw Cen MT" panose="020B0602020104020603" pitchFamily="34" charset="0"/>
              </a:rPr>
              <a:t>Flooding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14152-F763-EDF0-4E0B-B474EBE9D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0" y="571989"/>
            <a:ext cx="6967330" cy="5923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B9F64E-6416-817A-E41E-C9B84D3C0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809" y="571989"/>
            <a:ext cx="3862852" cy="600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4A97-AB59-7A17-5EC1-3542A7C48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17304-F0B4-58D7-9CC6-236043C0E8DE}"/>
              </a:ext>
            </a:extLst>
          </p:cNvPr>
          <p:cNvSpPr txBox="1"/>
          <p:nvPr/>
        </p:nvSpPr>
        <p:spPr>
          <a:xfrm>
            <a:off x="5032318" y="282189"/>
            <a:ext cx="3734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latin typeface="Tw Cen MT" panose="020B0602020104020603" pitchFamily="34" charset="0"/>
              </a:rPr>
              <a:t>MAC Aging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A7D7E-48EF-E50C-31C0-22316E927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37"/>
          <a:stretch>
            <a:fillRect/>
          </a:stretch>
        </p:blipFill>
        <p:spPr>
          <a:xfrm>
            <a:off x="288750" y="1052182"/>
            <a:ext cx="7203431" cy="3102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6762A1-2F25-C9DF-DD45-38BB4D3AB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t="83802" r="1049"/>
          <a:stretch>
            <a:fillRect/>
          </a:stretch>
        </p:blipFill>
        <p:spPr>
          <a:xfrm>
            <a:off x="288750" y="4154558"/>
            <a:ext cx="10421804" cy="7699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8D3C7F-DB52-A0F6-6BBE-B4B1EF989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015" y="976707"/>
            <a:ext cx="6102834" cy="403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31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EE6F-BE8C-4DD9-7427-71EF2F12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43331-D5B3-6BD7-EE5B-346EC68AEB84}"/>
              </a:ext>
            </a:extLst>
          </p:cNvPr>
          <p:cNvSpPr txBox="1"/>
          <p:nvPr/>
        </p:nvSpPr>
        <p:spPr>
          <a:xfrm>
            <a:off x="122582" y="110324"/>
            <a:ext cx="3734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>
                <a:latin typeface="Tw Cen MT" panose="020B0602020104020603" pitchFamily="34" charset="0"/>
              </a:rPr>
              <a:t>MAC Flapping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A93D9-6B60-261D-10E2-024C175B5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58"/>
          <a:stretch>
            <a:fillRect/>
          </a:stretch>
        </p:blipFill>
        <p:spPr>
          <a:xfrm>
            <a:off x="9315590" y="181170"/>
            <a:ext cx="2669999" cy="3782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11AC8E-A57C-08C4-5CC4-C00C1B98B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10" y="623984"/>
            <a:ext cx="5889589" cy="43900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8EA2DD-5756-9C39-530E-66BE715C9C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44"/>
          <a:stretch>
            <a:fillRect/>
          </a:stretch>
        </p:blipFill>
        <p:spPr>
          <a:xfrm>
            <a:off x="6249849" y="181170"/>
            <a:ext cx="2819126" cy="4832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E66A1D-5AD4-8141-1175-F522A34A7C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00"/>
          <a:stretch>
            <a:fillRect/>
          </a:stretch>
        </p:blipFill>
        <p:spPr>
          <a:xfrm>
            <a:off x="9440630" y="3963415"/>
            <a:ext cx="2424948" cy="28250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E6CCD0-B83C-719D-AC37-ABB49D31B5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22" y="5250804"/>
            <a:ext cx="7917286" cy="42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3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2068</TotalTime>
  <Words>21</Words>
  <Application>Microsoft Office PowerPoint</Application>
  <PresentationFormat>Widescreen</PresentationFormat>
  <Paragraphs>10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meghatomar70@gmail.com</dc:creator>
  <cp:lastModifiedBy>meghatomar70@gmail.com</cp:lastModifiedBy>
  <cp:revision>5</cp:revision>
  <dcterms:created xsi:type="dcterms:W3CDTF">2026-03-20T09:45:20Z</dcterms:created>
  <dcterms:modified xsi:type="dcterms:W3CDTF">2026-04-25T11:40:58Z</dcterms:modified>
</cp:coreProperties>
</file>