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215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69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62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97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7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316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26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19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73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37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27A18-F960-49A9-BCF2-C4BC4A702C2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56B0C-F7C1-4FAE-9A59-E7B7420A7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527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F2E72-FE4F-8437-8A41-40580BF16DDB}"/>
              </a:ext>
            </a:extLst>
          </p:cNvPr>
          <p:cNvSpPr txBox="1"/>
          <p:nvPr/>
        </p:nvSpPr>
        <p:spPr>
          <a:xfrm>
            <a:off x="3283788" y="161027"/>
            <a:ext cx="4318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FORWARDING TABLE</a:t>
            </a:r>
            <a:endParaRPr lang="en-IN" sz="32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D23552-7D1C-5BA5-75FA-07FCF5045785}"/>
              </a:ext>
            </a:extLst>
          </p:cNvPr>
          <p:cNvSpPr txBox="1"/>
          <p:nvPr/>
        </p:nvSpPr>
        <p:spPr>
          <a:xfrm>
            <a:off x="511833" y="1301391"/>
            <a:ext cx="55439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forwarding table</a:t>
            </a:r>
            <a:r>
              <a:rPr lang="en-US" dirty="0"/>
              <a:t> is a data structure used by network devices like routers and switches to </a:t>
            </a:r>
            <a:r>
              <a:rPr lang="en-US" b="1" dirty="0"/>
              <a:t>quickly forward packets or frames.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stores a mapping between the </a:t>
            </a:r>
            <a:r>
              <a:rPr lang="en-US" b="1" dirty="0"/>
              <a:t>destination address (IP or MAC)</a:t>
            </a:r>
            <a:r>
              <a:rPr lang="en-US" dirty="0"/>
              <a:t> and the </a:t>
            </a:r>
            <a:r>
              <a:rPr lang="en-US" b="1" dirty="0"/>
              <a:t>appropriate outgoing interface or next hop</a:t>
            </a:r>
            <a:r>
              <a:rPr lang="en-US" dirty="0"/>
              <a:t>, allowing efficient data transmission without delay</a:t>
            </a:r>
            <a:r>
              <a:rPr lang="en-IN" dirty="0"/>
              <a:t>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forwarding table contains only the </a:t>
            </a:r>
            <a:r>
              <a:rPr lang="en-US" b="1" dirty="0"/>
              <a:t>essential information needed for forwarding</a:t>
            </a:r>
            <a:r>
              <a:rPr lang="en-US" dirty="0"/>
              <a:t>, such as destination network and outgoing interface.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does not include metrics or multiple route options, which makes it </a:t>
            </a:r>
            <a:r>
              <a:rPr lang="en-US" b="1" dirty="0"/>
              <a:t>smaller, optimized, and quicker to search.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F8BF1-6F91-6930-28E5-791CA1E94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344" y="993080"/>
            <a:ext cx="5412872" cy="3716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D73CEE-273E-D1B1-A140-9E5A153022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7" t="13125" r="5515" b="20764"/>
          <a:stretch>
            <a:fillRect/>
          </a:stretch>
        </p:blipFill>
        <p:spPr>
          <a:xfrm>
            <a:off x="7465341" y="4905555"/>
            <a:ext cx="3709359" cy="184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33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528B82-1525-06C2-1285-E1350FDED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7" b="1"/>
          <a:stretch>
            <a:fillRect/>
          </a:stretch>
        </p:blipFill>
        <p:spPr>
          <a:xfrm>
            <a:off x="80513" y="852578"/>
            <a:ext cx="6579778" cy="25764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0A969D-706D-FDA9-6CD9-BD28AC0AF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23" t="18766" r="11863" b="10207"/>
          <a:stretch>
            <a:fillRect/>
          </a:stretch>
        </p:blipFill>
        <p:spPr>
          <a:xfrm>
            <a:off x="6757358" y="4951563"/>
            <a:ext cx="4876800" cy="168996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E11D8E-BE98-0379-1E4E-4454A402D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9" t="17387" r="6147" b="9504"/>
          <a:stretch>
            <a:fillRect/>
          </a:stretch>
        </p:blipFill>
        <p:spPr>
          <a:xfrm>
            <a:off x="6757358" y="3306013"/>
            <a:ext cx="4876800" cy="158943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FF8FD8-5EF7-24B1-923B-F6B9A0DB78EF}"/>
              </a:ext>
            </a:extLst>
          </p:cNvPr>
          <p:cNvSpPr txBox="1"/>
          <p:nvPr/>
        </p:nvSpPr>
        <p:spPr>
          <a:xfrm>
            <a:off x="6941389" y="2280249"/>
            <a:ext cx="4543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 B sends its first frame. The switch learns BB:BB:BB:BB:BB:BB on Port 2. 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9B4F0-E110-121A-775D-0F924B37BB60}"/>
              </a:ext>
            </a:extLst>
          </p:cNvPr>
          <p:cNvSpPr txBox="1"/>
          <p:nvPr/>
        </p:nvSpPr>
        <p:spPr>
          <a:xfrm>
            <a:off x="354033" y="3962399"/>
            <a:ext cx="60327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frames from PC A loop back through the switch on Port 3. The switch sees AA:AA:AA:AA:AA:AA arrive on Port 3 and immediately overwrites its table entry.</a:t>
            </a:r>
          </a:p>
          <a:p>
            <a:endParaRPr lang="en-US" dirty="0"/>
          </a:p>
          <a:p>
            <a:r>
              <a:rPr lang="en-US" dirty="0"/>
              <a:t>The looped frame re-enters again from Port 1 a millisecond later — and then from Port 3 again. This repeats thousands of times per second. The MAC table thrashes back and forth. The switch can't learn where PC A really is.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07FA1-655B-36AD-72AA-9065E4042B21}"/>
              </a:ext>
            </a:extLst>
          </p:cNvPr>
          <p:cNvSpPr txBox="1"/>
          <p:nvPr/>
        </p:nvSpPr>
        <p:spPr>
          <a:xfrm>
            <a:off x="6883879" y="957865"/>
            <a:ext cx="49458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 A sends a frame to the switch. The switch inspects the source MAC address (AA:AA:AA:AA:AA:AA) and notes it arrived on Port 1. It writes this into the MAC table. 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8935D0-246B-D692-9B59-C229651E7D0F}"/>
              </a:ext>
            </a:extLst>
          </p:cNvPr>
          <p:cNvSpPr txBox="1"/>
          <p:nvPr/>
        </p:nvSpPr>
        <p:spPr>
          <a:xfrm>
            <a:off x="3163017" y="143312"/>
            <a:ext cx="561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/>
              <a:t>FLAPPING</a:t>
            </a:r>
            <a:endParaRPr lang="en-IN" sz="3600" u="sng" dirty="0"/>
          </a:p>
        </p:txBody>
      </p:sp>
    </p:spTree>
    <p:extLst>
      <p:ext uri="{BB962C8B-B14F-4D97-AF65-F5344CB8AC3E}">
        <p14:creationId xmlns:p14="http://schemas.microsoft.com/office/powerpoint/2010/main" val="234533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241</TotalTime>
  <Words>250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ishikabansal1511@gmail.com</dc:creator>
  <cp:lastModifiedBy>ishikabansal1511@gmail.com</cp:lastModifiedBy>
  <cp:revision>2</cp:revision>
  <dcterms:created xsi:type="dcterms:W3CDTF">2026-03-31T06:38:10Z</dcterms:created>
  <dcterms:modified xsi:type="dcterms:W3CDTF">2026-03-31T10:39:12Z</dcterms:modified>
</cp:coreProperties>
</file>