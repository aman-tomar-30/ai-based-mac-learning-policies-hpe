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2" r:id="rId1"/>
  </p:sldMasterIdLst>
  <p:notesMasterIdLst>
    <p:notesMasterId r:id="rId4"/>
  </p:notesMasterIdLst>
  <p:sldIdLst>
    <p:sldId id="272" r:id="rId2"/>
    <p:sldId id="271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729B79-4D09-40D8-8EDD-EBC9F06DCBAA}" v="2" dt="2026-04-26T17:05:08.8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hatomar70@gmail.com" userId="3d637cf3e91fbfb0" providerId="LiveId" clId="{45322A57-D181-4B49-AD49-623A40972189}"/>
    <pc:docChg chg="undo custSel delSld modSld">
      <pc:chgData name="meghatomar70@gmail.com" userId="3d637cf3e91fbfb0" providerId="LiveId" clId="{45322A57-D181-4B49-AD49-623A40972189}" dt="2026-04-26T18:12:01.868" v="130" actId="14100"/>
      <pc:docMkLst>
        <pc:docMk/>
      </pc:docMkLst>
      <pc:sldChg chg="addSp delSp modSp mod">
        <pc:chgData name="meghatomar70@gmail.com" userId="3d637cf3e91fbfb0" providerId="LiveId" clId="{45322A57-D181-4B49-AD49-623A40972189}" dt="2026-04-26T18:12:01.868" v="130" actId="14100"/>
        <pc:sldMkLst>
          <pc:docMk/>
          <pc:sldMk cId="3991561760" sldId="271"/>
        </pc:sldMkLst>
        <pc:spChg chg="mod">
          <ac:chgData name="meghatomar70@gmail.com" userId="3d637cf3e91fbfb0" providerId="LiveId" clId="{45322A57-D181-4B49-AD49-623A40972189}" dt="2026-04-26T18:12:01.868" v="130" actId="14100"/>
          <ac:spMkLst>
            <pc:docMk/>
            <pc:sldMk cId="3991561760" sldId="271"/>
            <ac:spMk id="21" creationId="{292C8CC3-84DC-6416-F7DD-CD9457E8CA5B}"/>
          </ac:spMkLst>
        </pc:spChg>
        <pc:picChg chg="add del mod">
          <ac:chgData name="meghatomar70@gmail.com" userId="3d637cf3e91fbfb0" providerId="LiveId" clId="{45322A57-D181-4B49-AD49-623A40972189}" dt="2026-04-26T17:00:51.853" v="67" actId="22"/>
          <ac:picMkLst>
            <pc:docMk/>
            <pc:sldMk cId="3991561760" sldId="271"/>
            <ac:picMk id="6" creationId="{6CDF44F3-8F76-1CC9-B23E-20C7819D5B6B}"/>
          </ac:picMkLst>
        </pc:picChg>
        <pc:picChg chg="del mod modCrop">
          <ac:chgData name="meghatomar70@gmail.com" userId="3d637cf3e91fbfb0" providerId="LiveId" clId="{45322A57-D181-4B49-AD49-623A40972189}" dt="2026-04-26T17:00:20.064" v="63" actId="478"/>
          <ac:picMkLst>
            <pc:docMk/>
            <pc:sldMk cId="3991561760" sldId="271"/>
            <ac:picMk id="7" creationId="{8ED15D14-3772-5E79-D7AC-BF290D7E2C9F}"/>
          </ac:picMkLst>
        </pc:picChg>
        <pc:picChg chg="add del mod modCrop">
          <ac:chgData name="meghatomar70@gmail.com" userId="3d637cf3e91fbfb0" providerId="LiveId" clId="{45322A57-D181-4B49-AD49-623A40972189}" dt="2026-04-26T17:03:11.735" v="81" actId="478"/>
          <ac:picMkLst>
            <pc:docMk/>
            <pc:sldMk cId="3991561760" sldId="271"/>
            <ac:picMk id="9" creationId="{7400F37C-B131-E581-B8C4-252D4A268AB1}"/>
          </ac:picMkLst>
        </pc:picChg>
        <pc:picChg chg="add mod">
          <ac:chgData name="meghatomar70@gmail.com" userId="3d637cf3e91fbfb0" providerId="LiveId" clId="{45322A57-D181-4B49-AD49-623A40972189}" dt="2026-04-26T17:08:08.015" v="128" actId="14100"/>
          <ac:picMkLst>
            <pc:docMk/>
            <pc:sldMk cId="3991561760" sldId="271"/>
            <ac:picMk id="11" creationId="{DD24AF6E-FC60-C417-F687-50274A0497BE}"/>
          </ac:picMkLst>
        </pc:picChg>
        <pc:picChg chg="del mod">
          <ac:chgData name="meghatomar70@gmail.com" userId="3d637cf3e91fbfb0" providerId="LiveId" clId="{45322A57-D181-4B49-AD49-623A40972189}" dt="2026-04-26T17:03:12.232" v="82" actId="478"/>
          <ac:picMkLst>
            <pc:docMk/>
            <pc:sldMk cId="3991561760" sldId="271"/>
            <ac:picMk id="13" creationId="{7BABB4B7-FF44-753B-0ADD-89FF1D153759}"/>
          </ac:picMkLst>
        </pc:picChg>
        <pc:picChg chg="add mod">
          <ac:chgData name="meghatomar70@gmail.com" userId="3d637cf3e91fbfb0" providerId="LiveId" clId="{45322A57-D181-4B49-AD49-623A40972189}" dt="2026-04-26T18:11:53.633" v="129" actId="14100"/>
          <ac:picMkLst>
            <pc:docMk/>
            <pc:sldMk cId="3991561760" sldId="271"/>
            <ac:picMk id="14" creationId="{9951ED9B-8562-D26F-6FDF-372FFA478DD6}"/>
          </ac:picMkLst>
        </pc:picChg>
      </pc:sldChg>
      <pc:sldChg chg="addSp delSp modSp mod">
        <pc:chgData name="meghatomar70@gmail.com" userId="3d637cf3e91fbfb0" providerId="LiveId" clId="{45322A57-D181-4B49-AD49-623A40972189}" dt="2026-04-19T18:05:06.164" v="60" actId="14100"/>
        <pc:sldMkLst>
          <pc:docMk/>
          <pc:sldMk cId="1803925459" sldId="272"/>
        </pc:sldMkLst>
        <pc:spChg chg="mod">
          <ac:chgData name="meghatomar70@gmail.com" userId="3d637cf3e91fbfb0" providerId="LiveId" clId="{45322A57-D181-4B49-AD49-623A40972189}" dt="2026-04-19T18:01:16.765" v="19" actId="1076"/>
          <ac:spMkLst>
            <pc:docMk/>
            <pc:sldMk cId="1803925459" sldId="272"/>
            <ac:spMk id="19" creationId="{31F67390-4A79-3B4F-6AA7-3D653BC575F1}"/>
          </ac:spMkLst>
        </pc:spChg>
        <pc:picChg chg="add mod">
          <ac:chgData name="meghatomar70@gmail.com" userId="3d637cf3e91fbfb0" providerId="LiveId" clId="{45322A57-D181-4B49-AD49-623A40972189}" dt="2026-04-19T18:04:43.404" v="55" actId="14100"/>
          <ac:picMkLst>
            <pc:docMk/>
            <pc:sldMk cId="1803925459" sldId="272"/>
            <ac:picMk id="32" creationId="{CF6A6E14-5357-0FDA-3EBD-8E87341FE6D5}"/>
          </ac:picMkLst>
        </pc:picChg>
        <pc:picChg chg="add mod">
          <ac:chgData name="meghatomar70@gmail.com" userId="3d637cf3e91fbfb0" providerId="LiveId" clId="{45322A57-D181-4B49-AD49-623A40972189}" dt="2026-04-19T18:04:58.141" v="58" actId="14100"/>
          <ac:picMkLst>
            <pc:docMk/>
            <pc:sldMk cId="1803925459" sldId="272"/>
            <ac:picMk id="34" creationId="{35E584EC-83F1-D9A7-8A10-B207CDB1678B}"/>
          </ac:picMkLst>
        </pc:picChg>
        <pc:picChg chg="add mod">
          <ac:chgData name="meghatomar70@gmail.com" userId="3d637cf3e91fbfb0" providerId="LiveId" clId="{45322A57-D181-4B49-AD49-623A40972189}" dt="2026-04-19T18:05:02.019" v="59" actId="14100"/>
          <ac:picMkLst>
            <pc:docMk/>
            <pc:sldMk cId="1803925459" sldId="272"/>
            <ac:picMk id="36" creationId="{9B77AAB6-0CB0-F101-DA36-947D8BCDFDDC}"/>
          </ac:picMkLst>
        </pc:picChg>
        <pc:picChg chg="add mod">
          <ac:chgData name="meghatomar70@gmail.com" userId="3d637cf3e91fbfb0" providerId="LiveId" clId="{45322A57-D181-4B49-AD49-623A40972189}" dt="2026-04-19T18:05:06.164" v="60" actId="14100"/>
          <ac:picMkLst>
            <pc:docMk/>
            <pc:sldMk cId="1803925459" sldId="272"/>
            <ac:picMk id="38" creationId="{234D461F-30A9-A7E7-822A-B1D9E3B91DB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08685-9D21-4BE7-843E-96D46DA24F4D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224E78-7008-42B1-9C50-19A7B9F58A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805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224E78-7008-42B1-9C50-19A7B9F58A7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881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224E78-7008-42B1-9C50-19A7B9F58A7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989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440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72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572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931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571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522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779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150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472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404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866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076207D-AA75-4235-AC14-255ADE2AC693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4527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3" r:id="rId1"/>
    <p:sldLayoutId id="2147484004" r:id="rId2"/>
    <p:sldLayoutId id="2147484005" r:id="rId3"/>
    <p:sldLayoutId id="2147484006" r:id="rId4"/>
    <p:sldLayoutId id="2147484007" r:id="rId5"/>
    <p:sldLayoutId id="2147484008" r:id="rId6"/>
    <p:sldLayoutId id="2147484009" r:id="rId7"/>
    <p:sldLayoutId id="2147484010" r:id="rId8"/>
    <p:sldLayoutId id="2147484011" r:id="rId9"/>
    <p:sldLayoutId id="2147484012" r:id="rId10"/>
    <p:sldLayoutId id="21474840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D3B03-DFC6-4827-81DD-3347A7FF1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31F67390-4A79-3B4F-6AA7-3D653BC575F1}"/>
              </a:ext>
            </a:extLst>
          </p:cNvPr>
          <p:cNvSpPr txBox="1"/>
          <p:nvPr/>
        </p:nvSpPr>
        <p:spPr>
          <a:xfrm>
            <a:off x="49696" y="24904"/>
            <a:ext cx="34488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u="sng" dirty="0">
                <a:latin typeface="Tw Cen MT" panose="020B0602020104020603" pitchFamily="34" charset="0"/>
              </a:rPr>
              <a:t>How MAC entries expires: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0FD4FD-6974-89B0-8BCA-0409186F7CCC}"/>
              </a:ext>
            </a:extLst>
          </p:cNvPr>
          <p:cNvSpPr txBox="1"/>
          <p:nvPr/>
        </p:nvSpPr>
        <p:spPr>
          <a:xfrm>
            <a:off x="92765" y="541178"/>
            <a:ext cx="101942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MAC address table expiry </a:t>
            </a:r>
            <a:r>
              <a:rPr lang="en-US" dirty="0">
                <a:solidFill>
                  <a:srgbClr val="FFC000"/>
                </a:solidFill>
              </a:rPr>
              <a:t>(aging) </a:t>
            </a:r>
            <a:r>
              <a:rPr lang="en-US" dirty="0"/>
              <a:t>is the process by which a network switch automatically removes learned (dynamic) MAC address entries from its </a:t>
            </a:r>
            <a:r>
              <a:rPr lang="en-US" dirty="0">
                <a:solidFill>
                  <a:srgbClr val="FFC000"/>
                </a:solidFill>
              </a:rPr>
              <a:t>CAM table after a set period of inactivity</a:t>
            </a:r>
            <a:r>
              <a:rPr lang="en-US" dirty="0"/>
              <a:t>, ensuring the table stays up to date and does not become full.</a:t>
            </a:r>
            <a:endParaRPr lang="en-IN" u="sng" dirty="0">
              <a:latin typeface="Tw Cen MT" panose="020B06020201040206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943148-A37E-3179-5650-B740F41C5CA9}"/>
              </a:ext>
            </a:extLst>
          </p:cNvPr>
          <p:cNvSpPr txBox="1"/>
          <p:nvPr/>
        </p:nvSpPr>
        <p:spPr>
          <a:xfrm>
            <a:off x="49696" y="3228945"/>
            <a:ext cx="4412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>
                <a:latin typeface="Tw Cen MT" panose="020B0602020104020603" pitchFamily="34" charset="0"/>
              </a:rPr>
              <a:t>Some common Triggers and conditions: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2723DA-BBF8-688A-C556-4DD5E77CBC51}"/>
              </a:ext>
            </a:extLst>
          </p:cNvPr>
          <p:cNvSpPr txBox="1"/>
          <p:nvPr/>
        </p:nvSpPr>
        <p:spPr>
          <a:xfrm>
            <a:off x="115824" y="3694250"/>
            <a:ext cx="120992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dirty="0">
                <a:latin typeface="Tw Cen MT" panose="020B0602020104020603" pitchFamily="34" charset="0"/>
              </a:rPr>
              <a:t>STP Topology Change – switches typically </a:t>
            </a:r>
            <a:r>
              <a:rPr lang="en-US" dirty="0">
                <a:solidFill>
                  <a:srgbClr val="FFC000"/>
                </a:solidFill>
                <a:latin typeface="Tw Cen MT" panose="020B0602020104020603" pitchFamily="34" charset="0"/>
              </a:rPr>
              <a:t>reduce the MAC aging time</a:t>
            </a:r>
            <a:r>
              <a:rPr lang="en-US" dirty="0">
                <a:latin typeface="Tw Cen MT" panose="020B0602020104020603" pitchFamily="34" charset="0"/>
              </a:rPr>
              <a:t> (to ~15 sec by default) rather than flushing everything.</a:t>
            </a:r>
          </a:p>
          <a:p>
            <a:pPr marL="457200" indent="-457200">
              <a:buAutoNum type="arabicPeriod"/>
            </a:pPr>
            <a:r>
              <a:rPr lang="en-US" dirty="0">
                <a:latin typeface="Tw Cen MT" panose="020B0602020104020603" pitchFamily="34" charset="0"/>
              </a:rPr>
              <a:t>Interface Down – switch usually </a:t>
            </a:r>
            <a:r>
              <a:rPr lang="en-US" dirty="0">
                <a:solidFill>
                  <a:srgbClr val="FFC000"/>
                </a:solidFill>
                <a:latin typeface="Tw Cen MT" panose="020B0602020104020603" pitchFamily="34" charset="0"/>
              </a:rPr>
              <a:t>removes MAC entries associated with that port immediately.</a:t>
            </a:r>
          </a:p>
          <a:p>
            <a:pPr marL="457200" indent="-457200">
              <a:buAutoNum type="arabicPeriod"/>
            </a:pPr>
            <a:r>
              <a:rPr lang="en-US" dirty="0">
                <a:latin typeface="Tw Cen MT" panose="020B0602020104020603" pitchFamily="34" charset="0"/>
              </a:rPr>
              <a:t>Table Exhaustion – When the CAM table is full, the switch </a:t>
            </a:r>
            <a:r>
              <a:rPr lang="en-US" dirty="0">
                <a:solidFill>
                  <a:srgbClr val="FFC000"/>
                </a:solidFill>
                <a:latin typeface="Tw Cen MT" panose="020B0602020104020603" pitchFamily="34" charset="0"/>
              </a:rPr>
              <a:t>stops learning new devices and starts flooding traffic</a:t>
            </a:r>
            <a:r>
              <a:rPr lang="en-US" dirty="0">
                <a:latin typeface="Tw Cen MT" panose="020B0602020104020603" pitchFamily="34" charset="0"/>
              </a:rPr>
              <a:t>.</a:t>
            </a:r>
          </a:p>
          <a:p>
            <a:pPr marL="457200" indent="-457200">
              <a:buAutoNum type="arabicPeriod"/>
            </a:pPr>
            <a:r>
              <a:rPr lang="en-US" dirty="0">
                <a:latin typeface="Tw Cen MT" panose="020B0602020104020603" pitchFamily="34" charset="0"/>
              </a:rPr>
              <a:t>Manual Clear – It </a:t>
            </a:r>
            <a:r>
              <a:rPr lang="en-US" dirty="0">
                <a:solidFill>
                  <a:srgbClr val="FFC000"/>
                </a:solidFill>
                <a:latin typeface="Tw Cen MT" panose="020B0602020104020603" pitchFamily="34" charset="0"/>
              </a:rPr>
              <a:t>causes temporary flooding and relearning</a:t>
            </a:r>
            <a:r>
              <a:rPr lang="en-US" dirty="0">
                <a:latin typeface="Tw Cen MT" panose="020B0602020104020603" pitchFamily="34" charset="0"/>
              </a:rPr>
              <a:t>, then network stabilizes as the CAM table fills up again.</a:t>
            </a:r>
          </a:p>
          <a:p>
            <a:pPr marL="457200" indent="-457200">
              <a:buAutoNum type="arabicPeriod"/>
            </a:pPr>
            <a:r>
              <a:rPr lang="en-US" dirty="0">
                <a:latin typeface="Tw Cen MT" panose="020B0602020104020603" pitchFamily="34" charset="0"/>
              </a:rPr>
              <a:t>MAC Move – A MAC move is the </a:t>
            </a:r>
            <a:r>
              <a:rPr lang="en-US" dirty="0">
                <a:solidFill>
                  <a:srgbClr val="FFC000"/>
                </a:solidFill>
                <a:latin typeface="Tw Cen MT" panose="020B0602020104020603" pitchFamily="34" charset="0"/>
              </a:rPr>
              <a:t>switch relearning the location of a device on a new port</a:t>
            </a:r>
            <a:r>
              <a:rPr lang="en-US" dirty="0">
                <a:latin typeface="Tw Cen MT" panose="020B0602020104020603" pitchFamily="34" charset="0"/>
              </a:rPr>
              <a:t>.</a:t>
            </a:r>
          </a:p>
          <a:p>
            <a:pPr marL="457200" indent="-457200">
              <a:buAutoNum type="arabicPeriod"/>
            </a:pPr>
            <a:endParaRPr lang="en-IN" dirty="0">
              <a:latin typeface="Tw Cen MT" panose="020B06020201040206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E1E6D9-8E5C-3DA2-94FF-33B25CAF6140}"/>
              </a:ext>
            </a:extLst>
          </p:cNvPr>
          <p:cNvSpPr txBox="1"/>
          <p:nvPr/>
        </p:nvSpPr>
        <p:spPr>
          <a:xfrm>
            <a:off x="49696" y="5263104"/>
            <a:ext cx="4412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>
                <a:latin typeface="Tw Cen MT" panose="020B0602020104020603" pitchFamily="34" charset="0"/>
              </a:rPr>
              <a:t>Why we need this: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505B9A-5514-15AF-1AEF-4BC5B8ECDD55}"/>
              </a:ext>
            </a:extLst>
          </p:cNvPr>
          <p:cNvSpPr txBox="1"/>
          <p:nvPr/>
        </p:nvSpPr>
        <p:spPr>
          <a:xfrm>
            <a:off x="49696" y="5663214"/>
            <a:ext cx="83389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dirty="0">
                <a:latin typeface="Tw Cen MT" panose="020B0602020104020603" pitchFamily="34" charset="0"/>
              </a:rPr>
              <a:t>Mobility </a:t>
            </a:r>
            <a:r>
              <a:rPr lang="en-IN" dirty="0">
                <a:latin typeface="Tw Cen MT" panose="020B0602020104020603" pitchFamily="34" charset="0"/>
              </a:rPr>
              <a:t>(handle changes)</a:t>
            </a:r>
            <a:endParaRPr lang="en-US" dirty="0">
              <a:latin typeface="Tw Cen MT" panose="020B0602020104020603" pitchFamily="34" charset="0"/>
            </a:endParaRPr>
          </a:p>
          <a:p>
            <a:pPr marL="457200" indent="-457200">
              <a:buAutoNum type="arabicPeriod"/>
            </a:pPr>
            <a:r>
              <a:rPr lang="en-US" dirty="0">
                <a:latin typeface="Tw Cen MT" panose="020B0602020104020603" pitchFamily="34" charset="0"/>
              </a:rPr>
              <a:t>Space Management </a:t>
            </a:r>
            <a:r>
              <a:rPr lang="en-IN" dirty="0">
                <a:latin typeface="Tw Cen MT" panose="020B0602020104020603" pitchFamily="34" charset="0"/>
              </a:rPr>
              <a:t>(optimize CAM usage)</a:t>
            </a:r>
            <a:endParaRPr lang="en-US" dirty="0">
              <a:latin typeface="Tw Cen MT" panose="020B0602020104020603" pitchFamily="34" charset="0"/>
            </a:endParaRPr>
          </a:p>
          <a:p>
            <a:pPr marL="457200" indent="-457200">
              <a:buAutoNum type="arabicPeriod"/>
            </a:pPr>
            <a:r>
              <a:rPr lang="en-US" dirty="0">
                <a:latin typeface="Tw Cen MT" panose="020B0602020104020603" pitchFamily="34" charset="0"/>
              </a:rPr>
              <a:t>Security </a:t>
            </a:r>
            <a:r>
              <a:rPr lang="en-IN" dirty="0">
                <a:latin typeface="Tw Cen MT" panose="020B0602020104020603" pitchFamily="34" charset="0"/>
              </a:rPr>
              <a:t>(limit stale/abnormal entries)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F6A6E14-5357-0FDA-3EBD-8E87341FE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65" y="1529703"/>
            <a:ext cx="3038060" cy="163404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5E584EC-83F1-D9A7-8A10-B207CDB167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421" y="1529703"/>
            <a:ext cx="2876038" cy="166938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B77AAB6-0CB0-F101-DA36-947D8BCDFD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055" y="1528701"/>
            <a:ext cx="2823112" cy="163404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34D461F-30A9-A7E7-822A-B1D9E3B91D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6763" y="1528701"/>
            <a:ext cx="2823112" cy="163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925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6E17E-C82C-827C-A284-9F27DEFFC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5658A6-1F06-80A0-D076-6EC6135C4414}"/>
              </a:ext>
            </a:extLst>
          </p:cNvPr>
          <p:cNvSpPr txBox="1"/>
          <p:nvPr/>
        </p:nvSpPr>
        <p:spPr>
          <a:xfrm>
            <a:off x="112643" y="50690"/>
            <a:ext cx="3734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>
                <a:latin typeface="Tw Cen MT" panose="020B0602020104020603" pitchFamily="34" charset="0"/>
              </a:rPr>
              <a:t>Maintaining MAC Entries: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DCA4FB-97D4-DADA-B4B2-44C85C2F1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42" y="554766"/>
            <a:ext cx="10908015" cy="1995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ABBB8D-A0F5-A3FB-B997-F935D7869AB9}"/>
              </a:ext>
            </a:extLst>
          </p:cNvPr>
          <p:cNvSpPr txBox="1"/>
          <p:nvPr/>
        </p:nvSpPr>
        <p:spPr>
          <a:xfrm>
            <a:off x="2895598" y="210988"/>
            <a:ext cx="854947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dirty="0">
                <a:solidFill>
                  <a:srgbClr val="FFFF00"/>
                </a:solidFill>
                <a:latin typeface="Tw Cen MT" panose="020B0602020104020603" pitchFamily="34" charset="0"/>
              </a:rPr>
              <a:t>data_storage.py </a:t>
            </a:r>
            <a:r>
              <a:rPr lang="en-IN" sz="1700" dirty="0">
                <a:latin typeface="Tw Cen MT" panose="020B0602020104020603" pitchFamily="34" charset="0"/>
              </a:rPr>
              <a:t>is a python script will handle mac entries based on age and size of the table.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2C8CC3-84DC-6416-F7DD-CD9457E8CA5B}"/>
              </a:ext>
            </a:extLst>
          </p:cNvPr>
          <p:cNvSpPr txBox="1"/>
          <p:nvPr/>
        </p:nvSpPr>
        <p:spPr>
          <a:xfrm>
            <a:off x="235224" y="6110285"/>
            <a:ext cx="1059842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dirty="0">
                <a:latin typeface="Tw Cen MT" panose="020B0602020104020603" pitchFamily="34" charset="0"/>
              </a:rPr>
              <a:t>These two functions </a:t>
            </a:r>
            <a:r>
              <a:rPr lang="en-IN" sz="1700" dirty="0">
                <a:solidFill>
                  <a:srgbClr val="FFC000"/>
                </a:solidFill>
                <a:latin typeface="Tw Cen MT" panose="020B0602020104020603" pitchFamily="34" charset="0"/>
              </a:rPr>
              <a:t>age_based_removal()</a:t>
            </a:r>
            <a:r>
              <a:rPr lang="en-IN" sz="1700" dirty="0">
                <a:latin typeface="Tw Cen MT" panose="020B0602020104020603" pitchFamily="34" charset="0"/>
              </a:rPr>
              <a:t> – age based deletion and </a:t>
            </a:r>
            <a:r>
              <a:rPr lang="en-IN" sz="1700" dirty="0">
                <a:solidFill>
                  <a:srgbClr val="FFC000"/>
                </a:solidFill>
                <a:latin typeface="Tw Cen MT" panose="020B0602020104020603" pitchFamily="34" charset="0"/>
              </a:rPr>
              <a:t>size_based_removal()</a:t>
            </a:r>
            <a:r>
              <a:rPr lang="en-IN" sz="1700" dirty="0">
                <a:latin typeface="Tw Cen MT" panose="020B0602020104020603" pitchFamily="34" charset="0"/>
              </a:rPr>
              <a:t> – size based deletion, delete mac entries to maintain of mac table.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24AF6E-FC60-C417-F687-50274A049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224" y="2549927"/>
            <a:ext cx="5860776" cy="35603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951ED9B-8562-D26F-6FDF-372FFA478D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8583" y="2549927"/>
            <a:ext cx="5738194" cy="356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561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2119</TotalTime>
  <Words>246</Words>
  <Application>Microsoft Office PowerPoint</Application>
  <PresentationFormat>Widescreen</PresentationFormat>
  <Paragraphs>17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Tw Cen MT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meghatomar70@gmail.com</dc:creator>
  <cp:lastModifiedBy>meghatomar70@gmail.com</cp:lastModifiedBy>
  <cp:revision>2</cp:revision>
  <dcterms:created xsi:type="dcterms:W3CDTF">2026-03-20T09:45:20Z</dcterms:created>
  <dcterms:modified xsi:type="dcterms:W3CDTF">2026-04-26T18:12:02Z</dcterms:modified>
</cp:coreProperties>
</file>