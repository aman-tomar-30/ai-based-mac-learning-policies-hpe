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28A069-1A8D-4EAA-AE3B-441A6122997D}">
  <a:tblStyle styleId="{2D28A069-1A8D-4EAA-AE3B-441A612299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76" y="2113657"/>
            <a:ext cx="11581447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Network Monitoring Dashboard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81025" y="4228207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Monitoring switch health and device activity in real-time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81025" y="928836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– 4 Tasks Completed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866775" y="3235225"/>
            <a:ext cx="107442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Improved dashboard with more graphical visualizations for better visibility.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66775" y="3671441"/>
            <a:ext cx="107442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Successful integration with Prometheus database for data collection.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6775" y="4107656"/>
            <a:ext cx="107442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Enhanced MAC entry counting mechanism for better accuracy.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4543871"/>
            <a:ext cx="107442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Refined monitoring pipeline to ensure consistent data reporting.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235225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367144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10765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54387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581025" y="928836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Network Health Analysis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2743795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gauges show how well each switch is working by checking success rates.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66775" y="3482875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higher percentage means the switch is working correctly.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4212431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lower percentage shows that packets are being dropped.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4941986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compares total packets received against packets dropped.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3482875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421243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494198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966259-B99F-1A20-D3D7-CFAFDA096903}"/>
              </a:ext>
            </a:extLst>
          </p:cNvPr>
          <p:cNvGrpSpPr/>
          <p:nvPr/>
        </p:nvGrpSpPr>
        <p:grpSpPr>
          <a:xfrm>
            <a:off x="6789940" y="2098583"/>
            <a:ext cx="4535285" cy="3941943"/>
            <a:chOff x="6520451" y="2038422"/>
            <a:chExt cx="4535285" cy="394194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6309E6D-381F-3C54-A34E-7F4A339E9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0451" y="2038422"/>
              <a:ext cx="4535283" cy="192480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F532CA-529D-454E-E365-088A5201E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0451" y="4055560"/>
              <a:ext cx="4535285" cy="19248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581025" y="928836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Traffic Leaderboard</a:t>
            </a:r>
            <a:endParaRPr dirty="0"/>
          </a:p>
        </p:txBody>
      </p:sp>
      <p:sp>
        <p:nvSpPr>
          <p:cNvPr id="121" name="Google Shape;121;p16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2743795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list identifies every unique device (MAC address) found on the network.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482875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green bars show how much data a device is sending right now.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4212431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a device stops sending data, the bar shrinks to zero.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4941986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allows us to see which hosts are the most active in the network.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3482875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421243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494198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49117-0722-F274-329B-4AF102DD3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2712034"/>
            <a:ext cx="6163535" cy="3000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581025" y="928836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Port Traffic Load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890391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panels show the current speed of every individual port on the switches.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629471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numbers represent packets per second moving through the port.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866775" y="4359026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small lines below show if traffic is steady or spiking.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5088582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Helps in checking activity over the last 5 minutes.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362947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435902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5088582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05851D-6188-DB35-E440-EB99CF94F6C9}"/>
              </a:ext>
            </a:extLst>
          </p:cNvPr>
          <p:cNvGrpSpPr/>
          <p:nvPr/>
        </p:nvGrpSpPr>
        <p:grpSpPr>
          <a:xfrm>
            <a:off x="6381752" y="1925695"/>
            <a:ext cx="5229225" cy="4554200"/>
            <a:chOff x="6320229" y="1766887"/>
            <a:chExt cx="5229225" cy="4554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33FEDDA-B1BB-3C08-A6AD-A95528BE6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9950"/>
            <a:stretch/>
          </p:blipFill>
          <p:spPr>
            <a:xfrm>
              <a:off x="6320229" y="1766887"/>
              <a:ext cx="5229225" cy="22703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0E69DD-DA3B-C8B0-FE08-077B53189A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9950"/>
            <a:stretch/>
          </p:blipFill>
          <p:spPr>
            <a:xfrm>
              <a:off x="6320229" y="4050780"/>
              <a:ext cx="5229223" cy="22703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81025" y="928836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Historical Traffic Trends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3037135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graphs show the history of traffic for a selected switch port.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866775" y="3776216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Allows us to look back in time to see host activity.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4212431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Compares Switch 1 and Switch 2 activity levels.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66775" y="4648646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Ensures data is recorded consistently across the path.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377621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4212431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464864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50CBE9-8A55-1BD0-A3FE-922321D1E0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548"/>
          <a:stretch/>
        </p:blipFill>
        <p:spPr>
          <a:xfrm>
            <a:off x="5987845" y="2033640"/>
            <a:ext cx="5823769" cy="40718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581025" y="928836"/>
            <a:ext cx="1158144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 Address Entries</a:t>
            </a:r>
            <a:endParaRPr dirty="0"/>
          </a:p>
        </p:txBody>
      </p:sp>
      <p:sp>
        <p:nvSpPr>
          <p:cNvPr id="165" name="Google Shape;165;p19"/>
          <p:cNvSpPr/>
          <p:nvPr/>
        </p:nvSpPr>
        <p:spPr>
          <a:xfrm>
            <a:off x="581025" y="1538436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A6035F-C9A1-8CA1-B0B3-DBDFFB86F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2105211"/>
            <a:ext cx="7548881" cy="4124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F4E8C6-1036-8051-DE26-7F031D40E664}"/>
              </a:ext>
            </a:extLst>
          </p:cNvPr>
          <p:cNvSpPr txBox="1"/>
          <p:nvPr/>
        </p:nvSpPr>
        <p:spPr>
          <a:xfrm>
            <a:off x="389142" y="2540584"/>
            <a:ext cx="3849001" cy="325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50" dirty="0">
                <a:solidFill>
                  <a:srgbClr val="FFFFFF"/>
                </a:solidFill>
                <a:latin typeface="Inter"/>
                <a:ea typeface="Inter"/>
              </a:rPr>
              <a:t>Displays the full MAC address table for each switch, showing which device is connected to which port, VLAN, and when it was last seen.</a:t>
            </a:r>
          </a:p>
          <a:p>
            <a:pPr>
              <a:lnSpc>
                <a:spcPct val="140000"/>
              </a:lnSpc>
            </a:pPr>
            <a:endParaRPr lang="en-US" sz="1650" dirty="0">
              <a:solidFill>
                <a:srgbClr val="FFFFFF"/>
              </a:solidFill>
              <a:latin typeface="Inter"/>
              <a:ea typeface="Inter"/>
            </a:endParaRPr>
          </a:p>
          <a:p>
            <a:pPr>
              <a:lnSpc>
                <a:spcPct val="140000"/>
              </a:lnSpc>
            </a:pPr>
            <a:r>
              <a:rPr lang="en-US" sz="1650" dirty="0">
                <a:solidFill>
                  <a:srgbClr val="FFFFFF"/>
                </a:solidFill>
                <a:latin typeface="Inter"/>
                <a:ea typeface="Inter"/>
              </a:rPr>
              <a:t>Both S1 and S2 show 8 MAC entries each — confirming all devices are visible from both switches across VLANs 10 and 20.</a:t>
            </a:r>
          </a:p>
        </p:txBody>
      </p:sp>
      <p:sp>
        <p:nvSpPr>
          <p:cNvPr id="7" name="Google Shape;157;p18">
            <a:extLst>
              <a:ext uri="{FF2B5EF4-FFF2-40B4-BE49-F238E27FC236}">
                <a16:creationId xmlns:a16="http://schemas.microsoft.com/office/drawing/2014/main" id="{091B5585-7F74-AF34-F417-9B2C23BEC4BA}"/>
              </a:ext>
            </a:extLst>
          </p:cNvPr>
          <p:cNvSpPr txBox="1"/>
          <p:nvPr/>
        </p:nvSpPr>
        <p:spPr>
          <a:xfrm>
            <a:off x="205923" y="2591384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dirty="0"/>
          </a:p>
        </p:txBody>
      </p:sp>
      <p:sp>
        <p:nvSpPr>
          <p:cNvPr id="8" name="Google Shape;157;p18">
            <a:extLst>
              <a:ext uri="{FF2B5EF4-FFF2-40B4-BE49-F238E27FC236}">
                <a16:creationId xmlns:a16="http://schemas.microsoft.com/office/drawing/2014/main" id="{54AD04F2-BA08-F656-00E0-5EBCEA95FC8D}"/>
              </a:ext>
            </a:extLst>
          </p:cNvPr>
          <p:cNvSpPr txBox="1"/>
          <p:nvPr/>
        </p:nvSpPr>
        <p:spPr>
          <a:xfrm>
            <a:off x="205923" y="4335016"/>
            <a:ext cx="2095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Akash Mittal</cp:lastModifiedBy>
  <cp:revision>1</cp:revision>
  <dcterms:modified xsi:type="dcterms:W3CDTF">2026-04-28T14:41:26Z</dcterms:modified>
</cp:coreProperties>
</file>